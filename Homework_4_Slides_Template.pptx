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Open Sans" panose="020B0606030504020204" pitchFamily="34" charset="0"/>
      <p:regular r:id="rId11"/>
      <p:bold r:id="rId12"/>
      <p:italic r:id="rId13"/>
      <p:boldItalic r:id="rId14"/>
    </p:embeddedFont>
    <p:embeddedFont>
      <p:font typeface="PT Sans Narrow" panose="020B0506020203020204" pitchFamily="34" charset="77"/>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61" d="100"/>
          <a:sy n="161" d="100"/>
        </p:scale>
        <p:origin x="784" y="20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bf8a1053c9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bf8a1053c9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bf8a1053c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bf8a1053c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2bf8a1053c9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2bf8a1053c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bf8a1053c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bf8a1053c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bf8a1053c9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bf8a1053c9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t>My ECE 157B/272B </a:t>
            </a:r>
            <a:br>
              <a:rPr lang="en"/>
            </a:br>
            <a:r>
              <a:rPr lang="en"/>
              <a:t>Homework 4</a:t>
            </a:r>
            <a:endParaRPr/>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Submitted By &lt;Student_Name&gt;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172175"/>
            <a:ext cx="8520600" cy="930551"/>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1900" dirty="0"/>
              <a:t>1. </a:t>
            </a:r>
            <a:r>
              <a:rPr lang="en" sz="1900" b="0" dirty="0"/>
              <a:t>The provided code uses a "Replay Memory" to store the agent's experiences and learn from that. </a:t>
            </a:r>
            <a:r>
              <a:rPr lang="en" sz="1900" dirty="0"/>
              <a:t>What is the purpose of the Replay Memory? </a:t>
            </a:r>
            <a:r>
              <a:rPr lang="en" sz="1900" b="0" dirty="0"/>
              <a:t>Why is it important to use a Replay Memory instead of just learning from the agent's most recent experiences?</a:t>
            </a:r>
            <a:endParaRPr b="0" dirty="0"/>
          </a:p>
        </p:txBody>
      </p:sp>
      <p:sp>
        <p:nvSpPr>
          <p:cNvPr id="73" name="Google Shape;73;p14"/>
          <p:cNvSpPr txBox="1">
            <a:spLocks noGrp="1"/>
          </p:cNvSpPr>
          <p:nvPr>
            <p:ph type="body" idx="1"/>
          </p:nvPr>
        </p:nvSpPr>
        <p:spPr>
          <a:xfrm>
            <a:off x="311700" y="1266325"/>
            <a:ext cx="8520600" cy="3705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227411" y="240950"/>
            <a:ext cx="8689177"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Submit the hyperparameters used in your final model. </a:t>
            </a:r>
            <a:r>
              <a:rPr lang="en" sz="1900" b="0" dirty="0"/>
              <a:t>Also make a note if you had other training attempts that didn't work out, though you are not required to submit their hyperparameters.</a:t>
            </a:r>
            <a:endParaRPr sz="1900" b="0" dirty="0"/>
          </a:p>
        </p:txBody>
      </p:sp>
      <p:sp>
        <p:nvSpPr>
          <p:cNvPr id="79" name="Google Shape;79;p15"/>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0"/>
            <a:ext cx="8520600" cy="185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00" dirty="0"/>
              <a:t>3. Submit the training graphs for your final model. </a:t>
            </a:r>
            <a:r>
              <a:rPr lang="en" sz="1800" b="0" dirty="0"/>
              <a:t>These should show the reward and durations achieved in each episode. If you had other training attempts that didn't work out, you may include their graphs as well, though you are not required to do so. Looking at your final model's training graph, </a:t>
            </a:r>
            <a:r>
              <a:rPr lang="en" sz="1800" dirty="0"/>
              <a:t>Mark the eras where the model appears to have differing behaviors. </a:t>
            </a:r>
            <a:r>
              <a:rPr lang="en" sz="1800" b="0" dirty="0"/>
              <a:t>(E.g. if its average is slowly increasing, then plateaus, or if it's smooth then starts bouncing up and down, sometimes failing.)</a:t>
            </a:r>
            <a:r>
              <a:rPr lang="en" sz="1800" dirty="0"/>
              <a:t> About how many eras do you see? How long did it take the model to first really learn to play the game?</a:t>
            </a:r>
            <a:endParaRPr sz="1800" b="0" dirty="0"/>
          </a:p>
        </p:txBody>
      </p:sp>
      <p:sp>
        <p:nvSpPr>
          <p:cNvPr id="85" name="Google Shape;85;p16"/>
          <p:cNvSpPr txBox="1">
            <a:spLocks noGrp="1"/>
          </p:cNvSpPr>
          <p:nvPr>
            <p:ph type="body" idx="1"/>
          </p:nvPr>
        </p:nvSpPr>
        <p:spPr>
          <a:xfrm>
            <a:off x="5177925" y="1859100"/>
            <a:ext cx="3654300" cy="30435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
        <p:nvSpPr>
          <p:cNvPr id="86" name="Google Shape;86;p16"/>
          <p:cNvSpPr/>
          <p:nvPr/>
        </p:nvSpPr>
        <p:spPr>
          <a:xfrm>
            <a:off x="311700" y="1941900"/>
            <a:ext cx="4758000" cy="2960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7"/>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4a.</a:t>
            </a:r>
            <a:r>
              <a:rPr lang="en" sz="1900" b="0" dirty="0"/>
              <a:t> Review the videos of your agent playing the game. </a:t>
            </a:r>
            <a:r>
              <a:rPr lang="en" sz="1900" dirty="0"/>
              <a:t>List behaviors that you see, and when they appear</a:t>
            </a:r>
            <a:r>
              <a:rPr lang="en" sz="1900" b="0" dirty="0"/>
              <a:t>. (Strategies, mistakes...)</a:t>
            </a:r>
            <a:endParaRPr sz="1900" b="0" dirty="0"/>
          </a:p>
        </p:txBody>
      </p:sp>
      <p:sp>
        <p:nvSpPr>
          <p:cNvPr id="92" name="Google Shape;92;p17"/>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_</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8"/>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4b.</a:t>
            </a:r>
            <a:r>
              <a:rPr lang="en" sz="1900" b="0" dirty="0"/>
              <a:t> Review the videos of your agent playing the game. </a:t>
            </a:r>
            <a:r>
              <a:rPr lang="en" sz="1900" dirty="0"/>
              <a:t>Does the agent eventually learn to play the game well, or is it too reckless or too cautious?</a:t>
            </a:r>
            <a:endParaRPr sz="1900" b="0" dirty="0"/>
          </a:p>
        </p:txBody>
      </p:sp>
      <p:sp>
        <p:nvSpPr>
          <p:cNvPr id="98" name="Google Shape;98;p18"/>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_</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4c. </a:t>
            </a:r>
            <a:r>
              <a:rPr lang="en" sz="1900" b="0" dirty="0"/>
              <a:t>Review the videos of your agent playing the game. </a:t>
            </a:r>
            <a:r>
              <a:rPr lang="en" sz="1900" dirty="0"/>
              <a:t>Do the appearance and disappearance of behaviors in the videos match the eras you marked in the training graph?</a:t>
            </a:r>
            <a:endParaRPr sz="1900" dirty="0"/>
          </a:p>
        </p:txBody>
      </p:sp>
      <p:sp>
        <p:nvSpPr>
          <p:cNvPr id="104" name="Google Shape;104;p19"/>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_</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41075"/>
            <a:ext cx="8520600" cy="100728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5. Submit the evaluation duration and reward histograms of your final model, with their means marked. Does the model's policy appear to be consistent, or does it still struggle with the random starting conditions?</a:t>
            </a:r>
            <a:endParaRPr sz="1900" dirty="0"/>
          </a:p>
        </p:txBody>
      </p:sp>
      <p:sp>
        <p:nvSpPr>
          <p:cNvPr id="110" name="Google Shape;110;p20"/>
          <p:cNvSpPr txBox="1">
            <a:spLocks noGrp="1"/>
          </p:cNvSpPr>
          <p:nvPr>
            <p:ph type="body" idx="1"/>
          </p:nvPr>
        </p:nvSpPr>
        <p:spPr>
          <a:xfrm>
            <a:off x="311700" y="1377125"/>
            <a:ext cx="2242800" cy="35253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
        <p:nvSpPr>
          <p:cNvPr id="111" name="Google Shape;111;p20"/>
          <p:cNvSpPr/>
          <p:nvPr/>
        </p:nvSpPr>
        <p:spPr>
          <a:xfrm>
            <a:off x="2554500" y="1277225"/>
            <a:ext cx="6277800" cy="37251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363</Words>
  <Application>Microsoft Macintosh PowerPoint</Application>
  <PresentationFormat>On-screen Show (16:9)</PresentationFormat>
  <Paragraphs>16</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PT Sans Narrow</vt:lpstr>
      <vt:lpstr>Open Sans</vt:lpstr>
      <vt:lpstr>Tropic</vt:lpstr>
      <vt:lpstr>My ECE 157B/272B  Homework 4</vt:lpstr>
      <vt:lpstr>1. The provided code uses a "Replay Memory" to store the agent's experiences and learn from that. What is the purpose of the Replay Memory? Why is it important to use a Replay Memory instead of just learning from the agent's most recent experiences?</vt:lpstr>
      <vt:lpstr>2. Submit the hyperparameters used in your final model. Also make a note if you had other training attempts that didn't work out, though you are not required to submit their hyperparameters.</vt:lpstr>
      <vt:lpstr>3. Submit the training graphs for your final model. These should show the reward and durations achieved in each episode. If you had other training attempts that didn't work out, you may include their graphs as well, though you are not required to do so. Looking at your final model's training graph, Mark the eras where the model appears to have differing behaviors. (E.g. if its average is slowly increasing, then plateaus, or if it's smooth then starts bouncing up and down, sometimes failing.) About how many eras do you see? How long did it take the model to first really learn to play the game?</vt:lpstr>
      <vt:lpstr>4a. Review the videos of your agent playing the game. List behaviors that you see, and when they appear. (Strategies, mistakes...)</vt:lpstr>
      <vt:lpstr>4b. Review the videos of your agent playing the game. Does the agent eventually learn to play the game well, or is it too reckless or too cautious?</vt:lpstr>
      <vt:lpstr>4c. Review the videos of your agent playing the game. Do the appearance and disappearance of behaviors in the videos match the eras you marked in the training graph?</vt:lpstr>
      <vt:lpstr>5. Submit the evaluation duration and reward histograms of your final model, with their means marked. Does the model's policy appear to be consistent, or does it still struggle with the random starting conditions?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Heekyung Lee</cp:lastModifiedBy>
  <cp:revision>5</cp:revision>
  <dcterms:modified xsi:type="dcterms:W3CDTF">2025-03-02T01:48:08Z</dcterms:modified>
</cp:coreProperties>
</file>