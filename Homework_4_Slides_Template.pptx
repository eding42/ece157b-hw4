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6858000" cy="9144000"/>
  <p:embeddedFontLst>
    <p:embeddedFont>
      <p:font typeface="Open Sans" panose="020B0606030504020204" pitchFamily="34" charset="0"/>
      <p:regular r:id="rId11"/>
      <p:bold r:id="rId12"/>
      <p:italic r:id="rId13"/>
      <p:boldItalic r:id="rId14"/>
    </p:embeddedFont>
    <p:embeddedFont>
      <p:font typeface="PT Sans Narrow" panose="020B0506020203020204" pitchFamily="34" charset="77"/>
      <p:regular r:id="rId15"/>
      <p:bold r:id="rId1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978"/>
    <p:restoredTop sz="94668"/>
  </p:normalViewPr>
  <p:slideViewPr>
    <p:cSldViewPr snapToGrid="0">
      <p:cViewPr varScale="1">
        <p:scale>
          <a:sx n="187" d="100"/>
          <a:sy n="187" d="100"/>
        </p:scale>
        <p:origin x="1472" y="17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3.fntdata"/><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2.fntdata"/><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6.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font" Target="fonts/font5.fntdata"/><Relationship Id="rId10" Type="http://schemas.openxmlformats.org/officeDocument/2006/relationships/notesMaster" Target="notesMasters/notesMaster1.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4.fntdata"/></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3-12T21:12:53.751"/>
    </inkml:context>
    <inkml:brush xml:id="br0">
      <inkml:brushProperty name="width" value="0.035" units="cm"/>
      <inkml:brushProperty name="height" value="0.035" units="cm"/>
      <inkml:brushProperty name="color" value="#E71224"/>
    </inkml:brush>
  </inkml:definitions>
  <inkml:trace contextRef="#ctx0" brushRef="#br0">1181 3134 24575,'37'8'0,"58"-2"0,98-6 0,-88-1 0,-94 1 0,-1-1 0,1 0 0,-1-1 0,1 0 0,-1-1 0,0 0 0,0 0 0,0-1 0,0 0 0,-1-1 0,0 0 0,0-1 0,0 1 0,0-2 0,-1 1 0,0-1 0,9-11 0,-10 11 0,0 0 0,1 1 0,14-10 0,10-8 0,-29 21 0,0 0 0,0 0 0,-1-1 0,0 1 0,0-1 0,0 0 0,0 0 0,0 1 0,-1-1 0,1 0 0,-1-1 0,0 1 0,1-8 0,-1-6 0,-1-33 0,0 50 0,-4-69 0,-4 0 0,-3 1 0,-2 0 0,-29-82 0,-6 13 0,-68-133 0,-23 16 0,-18 11 0,-10-15 0,-7-58 0,105 186 0,-79-137 0,98 171 0,-24-38 0,-128-157 0,199 289 0,1 0 0,-1 0 0,0 0 0,0 0 0,0 0 0,0 1 0,-1-1 0,1 1 0,-1 0 0,1 0 0,-1 0 0,0 0 0,0 1 0,-4-2 0,2 2 0,-1 1 0,1 0 0,0 0 0,0 0 0,-1 0 0,1 1 0,0 0 0,-10 3 0,-4 3 0,0 0 0,1 0 0,0 2 0,0 1 0,1 0 0,0 1 0,1 1 0,-21 18 0,30-22 0,1 0 0,-1 0 0,1 1 0,0 0 0,-10 18 0,5-5 0,-13 35 0,21-42 0,-1 1 0,2-1 0,-2 22 0,2-20 0,0 0 0,-7 24 0,2-18 0,2-1 0,-8 44 0,6-4 0,2 63 0,6-31 0,2 103 0,3-151 0,3-1 0,1 0 0,20 57 0,-3-14 0,-13-36 0,43 151 0,-40-155 0,3-1 0,26 52 0,72 140 0,-91-183 0,-7-21 0,2-1 0,48 62 0,-41-61 0,43 74 0,-56-83 0,1 0 0,1-2 0,40 45 0,72 55 0,-124-119 0,27 25 0,-2 2 0,-1 2 0,-2 0 0,25 41 0,-30-42 0,14 22 0,-19-27 0,1-1 0,29 34 0,-9-13 0,-11-20-1365,-21-20-5461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3-12T21:12:58.243"/>
    </inkml:context>
    <inkml:brush xml:id="br0">
      <inkml:brushProperty name="width" value="0.035" units="cm"/>
      <inkml:brushProperty name="height" value="0.035" units="cm"/>
      <inkml:brushProperty name="color" value="#E71224"/>
    </inkml:brush>
  </inkml:definitions>
  <inkml:trace contextRef="#ctx0" brushRef="#br0">469 3007 24575,'170'-144'0,"-125"110"0,-1-2 0,-1-2 0,47-56 0,-45 33 0,-3-3 0,45-91 0,-44 76 0,56-79 0,-69 122 0,1 2 0,2 1 0,64-50 0,-15 13 0,-21 17 0,66-64 0,-111 100 0,-2 0 0,0-1 0,-1 0 0,-1-1 0,17-35 0,-7 11 0,-14 27 0,0-1 0,8-22 0,0-22 0,10-90 0,-10 55 0,-12 61 0,0-1 0,-2 0 0,-6-72 0,-26-104 0,30 210 0,-12-48 0,-1 0 0,-3 1 0,-29-63 0,26 69 0,-45-74 0,47 93 0,-1-1 0,-1 2 0,-43-41 0,55 58 0,-61-50 0,60 50 0,-1 0 0,0 1 0,0 0 0,-1 1 0,1 0 0,-16-4 0,-235-45 0,206 46 0,0 2 0,-101 4 0,144 3 0,-1 0 0,1 0 0,0 1 0,0 1 0,0 0 0,0 0 0,1 1 0,0 0 0,0 1 0,0 0 0,0 1 0,1 0 0,-9 9 0,-12 13 0,1 2 0,-30 41 0,55-66 0,-48 58 0,-47 65 0,84-107 0,1 2 0,1 0 0,-20 50 0,19-34 0,-52 133 0,-27 19 0,81-162 0,2 1 0,1 1 0,-7 46 0,10-45 0,-1 0 0,-2 0 0,-14 35 0,12-44 0,2 0 0,0 1 0,2 1 0,-6 32 0,1 67 0,1-11 0,2-61 0,4-26 0,-2 51 0,7 340 0,1-398 0,0 0 0,1 0 0,1 0 0,1 0 0,0 0 0,2 0 0,0-1 0,14 27 0,128 247 0,-140-282 0,0 0 0,0 0 0,1-1 0,12 12 0,13 13 0,-28-28 0,1 0 0,0-1 0,0 0 0,1 0 0,0-1 0,11 7 0,-7-6 0,-1 1 0,12 10 0,-19-13-170,0 1-1,-1-1 0,1 1 1,-1-1-1,0 1 0,-1 0 1,3 6-1,0-1-6655</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3-12T21:13:02.971"/>
    </inkml:context>
    <inkml:brush xml:id="br0">
      <inkml:brushProperty name="width" value="0.035" units="cm"/>
      <inkml:brushProperty name="height" value="0.035" units="cm"/>
      <inkml:brushProperty name="color" value="#E71224"/>
    </inkml:brush>
  </inkml:definitions>
  <inkml:trace contextRef="#ctx0" brushRef="#br0">2842 41 24575,'-10'1'0,"1"0"0,0 1 0,-1 0 0,1 0 0,-10 5 0,-22 5 0,-16-5 0,0-1 0,-110-5 0,92-3 0,-546 2 0,427 13 0,33-1 0,-334-10 0,258-4 0,200 4 0,1 2 0,-37 8 0,-11 1 0,74-12 0,-106 18 0,102-16 0,1 1 0,-1 1 0,1 0 0,0 1 0,0 0 0,-15 11 0,-41 23 0,42-25 0,-26 19 0,48-30 0,1 1 0,-1-1 0,1 1 0,0 0 0,0 0 0,0 1 0,1-1 0,0 1 0,0 0 0,0 0 0,1 0 0,0 0 0,0 0 0,0 0 0,1 0 0,-1 8 0,-1 13 0,2-1 0,3 43 0,-2-51 0,1-3 0,1-1 0,0 0 0,1 0 0,0 0 0,2 0 0,-1 0 0,1-1 0,1 0 0,1 0 0,-1-1 0,2 1 0,0-1 0,0-1 0,1 0 0,1 0 0,0 0 0,0-2 0,1 1 0,13 8 0,7 4 0,1-2 0,44 20 0,74 24 0,-46-20 0,-7 0 0,-31-12 0,102 34 0,236 22 0,-184-46 0,182 24 0,-216-39 0,417 50 0,-370-45 0,-23-2 0,236-3 0,4-30 0,-363 2 0,-41 0 0,34 1 0,160-22 0,-190 10 0,63-24 0,-48 15 0,-14 5 0,-1-2 0,-1-2 0,66-38 0,-110 55 0,0-1 0,0 0 0,0 0 0,-1-1 0,1 1 0,-1-1 0,0 0 0,-1 0 0,1 0 0,-1-1 0,0 1 0,-1-1 0,1 0 0,-1 0 0,0 0 0,0 0 0,1-11 0,0-9 0,-1 1 0,-1-1 0,-3-28 0,0 14 0,1 1 0,-2-1 0,-12-61 0,9 77 0,-1-1 0,-1 1 0,-1 0 0,-1 1 0,-16-26 0,-4-1 0,-4 2 0,-1 1 0,-2 1 0,-2 2 0,-2 2 0,-2 2 0,-2 2 0,-1 2 0,-54-33 0,68 51 0,0 2 0,0 1 0,-2 2 0,1 1 0,-2 2 0,-52-10 0,17 7 0,-283-49 0,250 49 0,-153 0 0,-150 4 0,-35 4 0,254 7 0,-113-2 0,294 0-273,1 0 0,0 1 0,-1 0 0,-6 2 0,2 0-6553</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3-12T21:13:09.028"/>
    </inkml:context>
    <inkml:brush xml:id="br0">
      <inkml:brushProperty name="width" value="0.035" units="cm"/>
      <inkml:brushProperty name="height" value="0.035" units="cm"/>
      <inkml:brushProperty name="color" value="#E71224"/>
    </inkml:brush>
  </inkml:definitions>
  <inkml:trace contextRef="#ctx0" brushRef="#br0">5979 2276 24575,'0'-3'0,"0"0"0,0-1 0,-1 1 0,1 0 0,-1-1 0,0 1 0,0 0 0,0 0 0,0 0 0,0 0 0,-1 0 0,-3-6 0,1 5 0,0-1 0,0 1 0,0 0 0,-1 0 0,1 1 0,-8-5 0,-21-11 0,0 2 0,-51-19 0,-5-3 0,-19-15 0,-310-132 0,371 170 0,-288-90 0,235 74 0,13 3 0,-258-85 0,52 16 0,-47 3 0,-15-5 0,207 60 0,-236-36 0,79 28 0,285 44 0,1 0 0,-1-2 0,-29-12 0,-51-31 0,31 13 0,-245-120 0,-55-28 0,-104-68 0,187 100 0,199 108 0,-15-4 0,-1 3 0,-125-35 0,211 74 0,14 5 0,-1-1 0,1 1 0,0 0 0,-1 0 0,1 1 0,-1-1 0,-5 0 0,7 2 0,1-1 0,0 0 0,-1 1 0,1-1 0,0 1 0,0-1 0,-1 1 0,1 0 0,0-1 0,0 1 0,0 0 0,0 0 0,0 0 0,0 0 0,0 0 0,0 0 0,0 0 0,0 0 0,1 0 0,-1 0 0,0 0 0,1 1 0,-1-1 0,0 2 0,-10 23 0,-16 36 0,-23 82 0,44-123 0,1 0 0,1 0 0,1 1 0,1-1 0,1 1 0,1-1 0,1 1 0,5 26 0,0-20 0,1 1 0,2-1 0,1-1 0,2 0 0,22 41 0,89 121 0,-72-116 0,215 295 0,-233-325 0,-3-2 0,2-1 0,2-2 0,60 55 0,-17-38 0,94 54 0,-68-46 0,174 88 0,11-24 0,-93-36 0,-99-53 0,120 31 0,349 37 0,-288-61 0,402 71 0,-221-39 0,-280-49 0,2-7 0,186-3 0,-366-18 0,23 0 0,-1 0 0,1-2 0,-1 0 0,0-2 0,30-7 0,-37 7 0,-1 1 0,1 1 0,0 0 0,0 1 0,19 1 0,-18 0 0,0 0 0,0-1 0,0 0 0,26-7 0,104-43 0,-117 41 0,1 0 0,0 3 0,61-9 0,94 5 0,-155 10 0,-25 0 0,0 1 0,0-1 0,1 0 0,-1-1 0,0 1 0,-1-1 0,1 0 0,0 0 0,0-1 0,-1 1 0,1-1 0,-1 0 0,0 0 0,0-1 0,0 1 0,4-6 0,-1 3 0,1-1 0,-1 1 0,12-7 0,61-22 0,-48 17 247,36-18-1859,-54 31-5214</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2b48426d89b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2b48426d89b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2b1ceb20a80_0_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2b1ceb20a80_0_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2bf8a1053c9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2bf8a1053c9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g2bf8a1053c9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g2bf8a1053c9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g2bf8a1053c9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 name="Google Shape;95;g2bf8a1053c9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bf8a1053c9_0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bf8a1053c9_0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g2bf8a1053c9_0_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 name="Google Shape;107;g2bf8a1053c9_0_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cxnSp>
        <p:nvCxnSpPr>
          <p:cNvPr id="10" name="Google Shape;10;p2"/>
          <p:cNvCxnSpPr/>
          <p:nvPr/>
        </p:nvCxnSpPr>
        <p:spPr>
          <a:xfrm>
            <a:off x="7007735" y="3176888"/>
            <a:ext cx="562200" cy="0"/>
          </a:xfrm>
          <a:prstGeom prst="straightConnector1">
            <a:avLst/>
          </a:prstGeom>
          <a:noFill/>
          <a:ln w="76200" cap="flat" cmpd="sng">
            <a:solidFill>
              <a:schemeClr val="lt2"/>
            </a:solidFill>
            <a:prstDash val="solid"/>
            <a:round/>
            <a:headEnd type="none" w="sm" len="sm"/>
            <a:tailEnd type="none" w="sm" len="sm"/>
          </a:ln>
        </p:spPr>
      </p:cxnSp>
      <p:cxnSp>
        <p:nvCxnSpPr>
          <p:cNvPr id="11" name="Google Shape;11;p2"/>
          <p:cNvCxnSpPr/>
          <p:nvPr/>
        </p:nvCxnSpPr>
        <p:spPr>
          <a:xfrm>
            <a:off x="1575035" y="3158252"/>
            <a:ext cx="562200" cy="0"/>
          </a:xfrm>
          <a:prstGeom prst="straightConnector1">
            <a:avLst/>
          </a:prstGeom>
          <a:noFill/>
          <a:ln w="76200" cap="flat" cmpd="sng">
            <a:solidFill>
              <a:schemeClr val="lt2"/>
            </a:solidFill>
            <a:prstDash val="solid"/>
            <a:round/>
            <a:headEnd type="none" w="sm" len="sm"/>
            <a:tailEnd type="none" w="sm" len="sm"/>
          </a:ln>
        </p:spPr>
      </p:cxnSp>
      <p:grpSp>
        <p:nvGrpSpPr>
          <p:cNvPr id="12" name="Google Shape;12;p2"/>
          <p:cNvGrpSpPr/>
          <p:nvPr/>
        </p:nvGrpSpPr>
        <p:grpSpPr>
          <a:xfrm>
            <a:off x="1004144" y="1022025"/>
            <a:ext cx="7136668" cy="152400"/>
            <a:chOff x="1346429" y="1011300"/>
            <a:chExt cx="6452100" cy="152400"/>
          </a:xfrm>
        </p:grpSpPr>
        <p:cxnSp>
          <p:nvCxnSpPr>
            <p:cNvPr id="13" name="Google Shape;13;p2"/>
            <p:cNvCxnSpPr/>
            <p:nvPr/>
          </p:nvCxnSpPr>
          <p:spPr>
            <a:xfrm rot="10800000">
              <a:off x="1346429" y="1011300"/>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4" name="Google Shape;14;p2"/>
            <p:cNvCxnSpPr/>
            <p:nvPr/>
          </p:nvCxnSpPr>
          <p:spPr>
            <a:xfrm rot="10800000">
              <a:off x="1346429" y="1163700"/>
              <a:ext cx="6452100" cy="0"/>
            </a:xfrm>
            <a:prstGeom prst="straightConnector1">
              <a:avLst/>
            </a:prstGeom>
            <a:noFill/>
            <a:ln w="9525" cap="flat" cmpd="sng">
              <a:solidFill>
                <a:schemeClr val="accent3"/>
              </a:solidFill>
              <a:prstDash val="solid"/>
              <a:round/>
              <a:headEnd type="none" w="sm" len="sm"/>
              <a:tailEnd type="none" w="sm" len="sm"/>
            </a:ln>
          </p:spPr>
        </p:cxnSp>
      </p:grpSp>
      <p:grpSp>
        <p:nvGrpSpPr>
          <p:cNvPr id="15" name="Google Shape;15;p2"/>
          <p:cNvGrpSpPr/>
          <p:nvPr/>
        </p:nvGrpSpPr>
        <p:grpSpPr>
          <a:xfrm>
            <a:off x="1004151" y="3969100"/>
            <a:ext cx="7136668" cy="152400"/>
            <a:chOff x="1346435" y="3969088"/>
            <a:chExt cx="6452100" cy="152400"/>
          </a:xfrm>
        </p:grpSpPr>
        <p:cxnSp>
          <p:nvCxnSpPr>
            <p:cNvPr id="16" name="Google Shape;16;p2"/>
            <p:cNvCxnSpPr/>
            <p:nvPr/>
          </p:nvCxnSpPr>
          <p:spPr>
            <a:xfrm>
              <a:off x="1346435" y="4121488"/>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7" name="Google Shape;17;p2"/>
            <p:cNvCxnSpPr/>
            <p:nvPr/>
          </p:nvCxnSpPr>
          <p:spPr>
            <a:xfrm>
              <a:off x="1346435" y="3969088"/>
              <a:ext cx="6452100" cy="0"/>
            </a:xfrm>
            <a:prstGeom prst="straightConnector1">
              <a:avLst/>
            </a:prstGeom>
            <a:noFill/>
            <a:ln w="9525" cap="flat" cmpd="sng">
              <a:solidFill>
                <a:schemeClr val="accent3"/>
              </a:solidFill>
              <a:prstDash val="solid"/>
              <a:round/>
              <a:headEnd type="none" w="sm" len="sm"/>
              <a:tailEnd type="none" w="sm" len="sm"/>
            </a:ln>
          </p:spPr>
        </p:cxnSp>
      </p:grpSp>
      <p:sp>
        <p:nvSpPr>
          <p:cNvPr id="18" name="Google Shape;18;p2"/>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a:bodyPr>
          <a:lstStyle>
            <a:lvl1pPr lvl="0" algn="ctr">
              <a:spcBef>
                <a:spcPts val="0"/>
              </a:spcBef>
              <a:spcAft>
                <a:spcPts val="0"/>
              </a:spcAft>
              <a:buSzPts val="5400"/>
              <a:buNone/>
              <a:defRPr sz="5400"/>
            </a:lvl1pPr>
            <a:lvl2pPr lvl="1" algn="ctr">
              <a:spcBef>
                <a:spcPts val="0"/>
              </a:spcBef>
              <a:spcAft>
                <a:spcPts val="0"/>
              </a:spcAft>
              <a:buSzPts val="5400"/>
              <a:buNone/>
              <a:defRPr sz="5400"/>
            </a:lvl2pPr>
            <a:lvl3pPr lvl="2" algn="ctr">
              <a:spcBef>
                <a:spcPts val="0"/>
              </a:spcBef>
              <a:spcAft>
                <a:spcPts val="0"/>
              </a:spcAft>
              <a:buSzPts val="5400"/>
              <a:buNone/>
              <a:defRPr sz="5400"/>
            </a:lvl3pPr>
            <a:lvl4pPr lvl="3" algn="ctr">
              <a:spcBef>
                <a:spcPts val="0"/>
              </a:spcBef>
              <a:spcAft>
                <a:spcPts val="0"/>
              </a:spcAft>
              <a:buSzPts val="5400"/>
              <a:buNone/>
              <a:defRPr sz="5400"/>
            </a:lvl4pPr>
            <a:lvl5pPr lvl="4" algn="ctr">
              <a:spcBef>
                <a:spcPts val="0"/>
              </a:spcBef>
              <a:spcAft>
                <a:spcPts val="0"/>
              </a:spcAft>
              <a:buSzPts val="5400"/>
              <a:buNone/>
              <a:defRPr sz="5400"/>
            </a:lvl5pPr>
            <a:lvl6pPr lvl="5" algn="ctr">
              <a:spcBef>
                <a:spcPts val="0"/>
              </a:spcBef>
              <a:spcAft>
                <a:spcPts val="0"/>
              </a:spcAft>
              <a:buSzPts val="5400"/>
              <a:buNone/>
              <a:defRPr sz="5400"/>
            </a:lvl6pPr>
            <a:lvl7pPr lvl="6" algn="ctr">
              <a:spcBef>
                <a:spcPts val="0"/>
              </a:spcBef>
              <a:spcAft>
                <a:spcPts val="0"/>
              </a:spcAft>
              <a:buSzPts val="5400"/>
              <a:buNone/>
              <a:defRPr sz="5400"/>
            </a:lvl7pPr>
            <a:lvl8pPr lvl="7" algn="ctr">
              <a:spcBef>
                <a:spcPts val="0"/>
              </a:spcBef>
              <a:spcAft>
                <a:spcPts val="0"/>
              </a:spcAft>
              <a:buSzPts val="5400"/>
              <a:buNone/>
              <a:defRPr sz="5400"/>
            </a:lvl8pPr>
            <a:lvl9pPr lvl="8" algn="ctr">
              <a:spcBef>
                <a:spcPts val="0"/>
              </a:spcBef>
              <a:spcAft>
                <a:spcPts val="0"/>
              </a:spcAft>
              <a:buSzPts val="5400"/>
              <a:buNone/>
              <a:defRPr sz="5400"/>
            </a:lvl9pPr>
          </a:lstStyle>
          <a:p>
            <a:endParaRPr/>
          </a:p>
        </p:txBody>
      </p:sp>
      <p:sp>
        <p:nvSpPr>
          <p:cNvPr id="19" name="Google Shape;19;p2"/>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400"/>
              <a:buNone/>
              <a:defRPr sz="2400"/>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a:endParaRPr/>
          </a:p>
        </p:txBody>
      </p:sp>
      <p:sp>
        <p:nvSpPr>
          <p:cNvPr id="20" name="Google Shape;20;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1"/>
        <p:cNvGrpSpPr/>
        <p:nvPr/>
      </p:nvGrpSpPr>
      <p:grpSpPr>
        <a:xfrm>
          <a:off x="0" y="0"/>
          <a:ext cx="0" cy="0"/>
          <a:chOff x="0" y="0"/>
          <a:chExt cx="0" cy="0"/>
        </a:xfrm>
      </p:grpSpPr>
      <p:sp>
        <p:nvSpPr>
          <p:cNvPr id="22" name="Google Shape;22;p3"/>
          <p:cNvSpPr/>
          <p:nvPr/>
        </p:nvSpPr>
        <p:spPr>
          <a:xfrm>
            <a:off x="-50" y="2571900"/>
            <a:ext cx="9144000" cy="25716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3"/>
          <p:cNvSpPr txBox="1">
            <a:spLocks noGrp="1"/>
          </p:cNvSpPr>
          <p:nvPr>
            <p:ph type="title"/>
          </p:nvPr>
        </p:nvSpPr>
        <p:spPr>
          <a:xfrm>
            <a:off x="311700" y="814800"/>
            <a:ext cx="8571300" cy="9420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a:lvl1pPr>
            <a:lvl2pPr lvl="1" algn="ctr">
              <a:spcBef>
                <a:spcPts val="0"/>
              </a:spcBef>
              <a:spcAft>
                <a:spcPts val="0"/>
              </a:spcAft>
              <a:buSzPts val="3600"/>
              <a:buNone/>
              <a:defRPr/>
            </a:lvl2pPr>
            <a:lvl3pPr lvl="2" algn="ctr">
              <a:spcBef>
                <a:spcPts val="0"/>
              </a:spcBef>
              <a:spcAft>
                <a:spcPts val="0"/>
              </a:spcAft>
              <a:buSzPts val="3600"/>
              <a:buNone/>
              <a:defRPr/>
            </a:lvl3pPr>
            <a:lvl4pPr lvl="3" algn="ctr">
              <a:spcBef>
                <a:spcPts val="0"/>
              </a:spcBef>
              <a:spcAft>
                <a:spcPts val="0"/>
              </a:spcAft>
              <a:buSzPts val="3600"/>
              <a:buNone/>
              <a:defRPr/>
            </a:lvl4pPr>
            <a:lvl5pPr lvl="4" algn="ctr">
              <a:spcBef>
                <a:spcPts val="0"/>
              </a:spcBef>
              <a:spcAft>
                <a:spcPts val="0"/>
              </a:spcAft>
              <a:buSzPts val="3600"/>
              <a:buNone/>
              <a:defRPr/>
            </a:lvl5pPr>
            <a:lvl6pPr lvl="5" algn="ctr">
              <a:spcBef>
                <a:spcPts val="0"/>
              </a:spcBef>
              <a:spcAft>
                <a:spcPts val="0"/>
              </a:spcAft>
              <a:buSzPts val="3600"/>
              <a:buNone/>
              <a:defRPr/>
            </a:lvl6pPr>
            <a:lvl7pPr lvl="6" algn="ctr">
              <a:spcBef>
                <a:spcPts val="0"/>
              </a:spcBef>
              <a:spcAft>
                <a:spcPts val="0"/>
              </a:spcAft>
              <a:buSzPts val="3600"/>
              <a:buNone/>
              <a:defRPr/>
            </a:lvl7pPr>
            <a:lvl8pPr lvl="7" algn="ctr">
              <a:spcBef>
                <a:spcPts val="0"/>
              </a:spcBef>
              <a:spcAft>
                <a:spcPts val="0"/>
              </a:spcAft>
              <a:buSzPts val="3600"/>
              <a:buNone/>
              <a:defRPr/>
            </a:lvl8pPr>
            <a:lvl9pPr lvl="8" algn="ctr">
              <a:spcBef>
                <a:spcPts val="0"/>
              </a:spcBef>
              <a:spcAft>
                <a:spcPts val="0"/>
              </a:spcAft>
              <a:buSzPts val="3600"/>
              <a:buNone/>
              <a:defRPr/>
            </a:lvl9pPr>
          </a:lstStyle>
          <a:p>
            <a:endParaRPr/>
          </a:p>
        </p:txBody>
      </p:sp>
      <p:sp>
        <p:nvSpPr>
          <p:cNvPr id="24" name="Google Shape;24;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5"/>
        <p:cNvGrpSpPr/>
        <p:nvPr/>
      </p:nvGrpSpPr>
      <p:grpSpPr>
        <a:xfrm>
          <a:off x="0" y="0"/>
          <a:ext cx="0" cy="0"/>
          <a:chOff x="0" y="0"/>
          <a:chExt cx="0" cy="0"/>
        </a:xfrm>
      </p:grpSpPr>
      <p:sp>
        <p:nvSpPr>
          <p:cNvPr id="26" name="Google Shape;26;p4"/>
          <p:cNvSpPr/>
          <p:nvPr/>
        </p:nvSpPr>
        <p:spPr>
          <a:xfrm>
            <a:off x="-75" y="5045700"/>
            <a:ext cx="9144000" cy="978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4"/>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28" name="Google Shape;28;p4"/>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9" name="Google Shape;2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0"/>
        <p:cNvGrpSpPr/>
        <p:nvPr/>
      </p:nvGrpSpPr>
      <p:grpSpPr>
        <a:xfrm>
          <a:off x="0" y="0"/>
          <a:ext cx="0" cy="0"/>
          <a:chOff x="0" y="0"/>
          <a:chExt cx="0" cy="0"/>
        </a:xfrm>
      </p:grpSpPr>
      <p:sp>
        <p:nvSpPr>
          <p:cNvPr id="31" name="Google Shape;31;p5"/>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32" name="Google Shape;32;p5"/>
          <p:cNvSpPr txBox="1">
            <a:spLocks noGrp="1"/>
          </p:cNvSpPr>
          <p:nvPr>
            <p:ph type="body" idx="1"/>
          </p:nvPr>
        </p:nvSpPr>
        <p:spPr>
          <a:xfrm>
            <a:off x="311700" y="1266175"/>
            <a:ext cx="3999900" cy="33027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3" name="Google Shape;33;p5"/>
          <p:cNvSpPr txBox="1">
            <a:spLocks noGrp="1"/>
          </p:cNvSpPr>
          <p:nvPr>
            <p:ph type="body" idx="2"/>
          </p:nvPr>
        </p:nvSpPr>
        <p:spPr>
          <a:xfrm>
            <a:off x="4832400" y="1266175"/>
            <a:ext cx="3999900" cy="33027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4" name="Google Shape;3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5"/>
        <p:cNvGrpSpPr/>
        <p:nvPr/>
      </p:nvGrpSpPr>
      <p:grpSpPr>
        <a:xfrm>
          <a:off x="0" y="0"/>
          <a:ext cx="0" cy="0"/>
          <a:chOff x="0" y="0"/>
          <a:chExt cx="0" cy="0"/>
        </a:xfrm>
      </p:grpSpPr>
      <p:sp>
        <p:nvSpPr>
          <p:cNvPr id="36" name="Google Shape;36;p6"/>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37" name="Google Shape;3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0" name="Google Shape;4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41" name="Google Shape;4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6"/>
        </a:solidFill>
        <a:effectLst/>
      </p:bgPr>
    </p:bg>
    <p:spTree>
      <p:nvGrpSpPr>
        <p:cNvPr id="1" name="Shape 42"/>
        <p:cNvGrpSpPr/>
        <p:nvPr/>
      </p:nvGrpSpPr>
      <p:grpSpPr>
        <a:xfrm>
          <a:off x="0" y="0"/>
          <a:ext cx="0" cy="0"/>
          <a:chOff x="0" y="0"/>
          <a:chExt cx="0" cy="0"/>
        </a:xfrm>
      </p:grpSpPr>
      <p:sp>
        <p:nvSpPr>
          <p:cNvPr id="43" name="Google Shape;43;p8"/>
          <p:cNvSpPr txBox="1">
            <a:spLocks noGrp="1"/>
          </p:cNvSpPr>
          <p:nvPr>
            <p:ph type="title"/>
          </p:nvPr>
        </p:nvSpPr>
        <p:spPr>
          <a:xfrm>
            <a:off x="490250" y="526350"/>
            <a:ext cx="5613600" cy="40908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dk2"/>
              </a:buClr>
              <a:buSzPts val="5400"/>
              <a:buNone/>
              <a:defRPr sz="5400" b="0">
                <a:solidFill>
                  <a:schemeClr val="dk2"/>
                </a:solidFill>
              </a:defRPr>
            </a:lvl1pPr>
            <a:lvl2pPr lvl="1">
              <a:spcBef>
                <a:spcPts val="0"/>
              </a:spcBef>
              <a:spcAft>
                <a:spcPts val="0"/>
              </a:spcAft>
              <a:buClr>
                <a:schemeClr val="dk2"/>
              </a:buClr>
              <a:buSzPts val="5400"/>
              <a:buNone/>
              <a:defRPr sz="5400" b="0">
                <a:solidFill>
                  <a:schemeClr val="dk2"/>
                </a:solidFill>
              </a:defRPr>
            </a:lvl2pPr>
            <a:lvl3pPr lvl="2">
              <a:spcBef>
                <a:spcPts val="0"/>
              </a:spcBef>
              <a:spcAft>
                <a:spcPts val="0"/>
              </a:spcAft>
              <a:buClr>
                <a:schemeClr val="dk2"/>
              </a:buClr>
              <a:buSzPts val="5400"/>
              <a:buNone/>
              <a:defRPr sz="5400" b="0">
                <a:solidFill>
                  <a:schemeClr val="dk2"/>
                </a:solidFill>
              </a:defRPr>
            </a:lvl3pPr>
            <a:lvl4pPr lvl="3">
              <a:spcBef>
                <a:spcPts val="0"/>
              </a:spcBef>
              <a:spcAft>
                <a:spcPts val="0"/>
              </a:spcAft>
              <a:buClr>
                <a:schemeClr val="dk2"/>
              </a:buClr>
              <a:buSzPts val="5400"/>
              <a:buNone/>
              <a:defRPr sz="5400" b="0">
                <a:solidFill>
                  <a:schemeClr val="dk2"/>
                </a:solidFill>
              </a:defRPr>
            </a:lvl4pPr>
            <a:lvl5pPr lvl="4">
              <a:spcBef>
                <a:spcPts val="0"/>
              </a:spcBef>
              <a:spcAft>
                <a:spcPts val="0"/>
              </a:spcAft>
              <a:buClr>
                <a:schemeClr val="dk2"/>
              </a:buClr>
              <a:buSzPts val="5400"/>
              <a:buNone/>
              <a:defRPr sz="5400" b="0">
                <a:solidFill>
                  <a:schemeClr val="dk2"/>
                </a:solidFill>
              </a:defRPr>
            </a:lvl5pPr>
            <a:lvl6pPr lvl="5">
              <a:spcBef>
                <a:spcPts val="0"/>
              </a:spcBef>
              <a:spcAft>
                <a:spcPts val="0"/>
              </a:spcAft>
              <a:buClr>
                <a:schemeClr val="dk2"/>
              </a:buClr>
              <a:buSzPts val="5400"/>
              <a:buNone/>
              <a:defRPr sz="5400" b="0">
                <a:solidFill>
                  <a:schemeClr val="dk2"/>
                </a:solidFill>
              </a:defRPr>
            </a:lvl6pPr>
            <a:lvl7pPr lvl="6">
              <a:spcBef>
                <a:spcPts val="0"/>
              </a:spcBef>
              <a:spcAft>
                <a:spcPts val="0"/>
              </a:spcAft>
              <a:buClr>
                <a:schemeClr val="dk2"/>
              </a:buClr>
              <a:buSzPts val="5400"/>
              <a:buNone/>
              <a:defRPr sz="5400" b="0">
                <a:solidFill>
                  <a:schemeClr val="dk2"/>
                </a:solidFill>
              </a:defRPr>
            </a:lvl7pPr>
            <a:lvl8pPr lvl="7">
              <a:spcBef>
                <a:spcPts val="0"/>
              </a:spcBef>
              <a:spcAft>
                <a:spcPts val="0"/>
              </a:spcAft>
              <a:buClr>
                <a:schemeClr val="dk2"/>
              </a:buClr>
              <a:buSzPts val="5400"/>
              <a:buNone/>
              <a:defRPr sz="5400" b="0">
                <a:solidFill>
                  <a:schemeClr val="dk2"/>
                </a:solidFill>
              </a:defRPr>
            </a:lvl8pPr>
            <a:lvl9pPr lvl="8">
              <a:spcBef>
                <a:spcPts val="0"/>
              </a:spcBef>
              <a:spcAft>
                <a:spcPts val="0"/>
              </a:spcAft>
              <a:buClr>
                <a:schemeClr val="dk2"/>
              </a:buClr>
              <a:buSzPts val="5400"/>
              <a:buNone/>
              <a:defRPr sz="5400" b="0">
                <a:solidFill>
                  <a:schemeClr val="dk2"/>
                </a:solidFill>
              </a:defRPr>
            </a:lvl9pPr>
          </a:lstStyle>
          <a:p>
            <a:endParaRPr/>
          </a:p>
        </p:txBody>
      </p:sp>
      <p:sp>
        <p:nvSpPr>
          <p:cNvPr id="44" name="Google Shape;4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5"/>
        <p:cNvGrpSpPr/>
        <p:nvPr/>
      </p:nvGrpSpPr>
      <p:grpSpPr>
        <a:xfrm>
          <a:off x="0" y="0"/>
          <a:ext cx="0" cy="0"/>
          <a:chOff x="0" y="0"/>
          <a:chExt cx="0" cy="0"/>
        </a:xfrm>
      </p:grpSpPr>
      <p:sp>
        <p:nvSpPr>
          <p:cNvPr id="46" name="Google Shape;46;p9"/>
          <p:cNvSpPr/>
          <p:nvPr/>
        </p:nvSpPr>
        <p:spPr>
          <a:xfrm>
            <a:off x="4572000" y="0"/>
            <a:ext cx="4572000" cy="51435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7" name="Google Shape;47;p9"/>
          <p:cNvCxnSpPr/>
          <p:nvPr/>
        </p:nvCxnSpPr>
        <p:spPr>
          <a:xfrm>
            <a:off x="5029675" y="4495500"/>
            <a:ext cx="468300" cy="0"/>
          </a:xfrm>
          <a:prstGeom prst="straightConnector1">
            <a:avLst/>
          </a:prstGeom>
          <a:noFill/>
          <a:ln w="19050" cap="flat" cmpd="sng">
            <a:solidFill>
              <a:schemeClr val="lt1"/>
            </a:solidFill>
            <a:prstDash val="solid"/>
            <a:round/>
            <a:headEnd type="none" w="sm" len="sm"/>
            <a:tailEnd type="none" w="sm" len="sm"/>
          </a:ln>
        </p:spPr>
      </p:cxnSp>
      <p:sp>
        <p:nvSpPr>
          <p:cNvPr id="48" name="Google Shape;48;p9"/>
          <p:cNvSpPr txBox="1">
            <a:spLocks noGrp="1"/>
          </p:cNvSpPr>
          <p:nvPr>
            <p:ph type="title"/>
          </p:nvPr>
        </p:nvSpPr>
        <p:spPr>
          <a:xfrm>
            <a:off x="265500" y="1039675"/>
            <a:ext cx="4045200" cy="16758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9" name="Google Shape;49;p9"/>
          <p:cNvSpPr txBox="1">
            <a:spLocks noGrp="1"/>
          </p:cNvSpPr>
          <p:nvPr>
            <p:ph type="subTitle" idx="1"/>
          </p:nvPr>
        </p:nvSpPr>
        <p:spPr>
          <a:xfrm>
            <a:off x="265500" y="27268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0" name="Google Shape;50;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Clr>
                <a:schemeClr val="lt1"/>
              </a:buClr>
              <a:buSzPts val="1800"/>
              <a:buChar char="●"/>
              <a:defRPr>
                <a:solidFill>
                  <a:schemeClr val="lt1"/>
                </a:solidFill>
              </a:defRPr>
            </a:lvl1pPr>
            <a:lvl2pPr marL="914400" lvl="1" indent="-317500">
              <a:spcBef>
                <a:spcPts val="0"/>
              </a:spcBef>
              <a:spcAft>
                <a:spcPts val="0"/>
              </a:spcAft>
              <a:buClr>
                <a:schemeClr val="lt1"/>
              </a:buClr>
              <a:buSzPts val="1400"/>
              <a:buChar char="○"/>
              <a:defRPr>
                <a:solidFill>
                  <a:schemeClr val="lt1"/>
                </a:solidFill>
              </a:defRPr>
            </a:lvl2pPr>
            <a:lvl3pPr marL="1371600" lvl="2" indent="-317500">
              <a:spcBef>
                <a:spcPts val="0"/>
              </a:spcBef>
              <a:spcAft>
                <a:spcPts val="0"/>
              </a:spcAft>
              <a:buClr>
                <a:schemeClr val="lt1"/>
              </a:buClr>
              <a:buSzPts val="1400"/>
              <a:buChar char="■"/>
              <a:defRPr>
                <a:solidFill>
                  <a:schemeClr val="lt1"/>
                </a:solidFill>
              </a:defRPr>
            </a:lvl3pPr>
            <a:lvl4pPr marL="1828800" lvl="3" indent="-317500">
              <a:spcBef>
                <a:spcPts val="0"/>
              </a:spcBef>
              <a:spcAft>
                <a:spcPts val="0"/>
              </a:spcAft>
              <a:buClr>
                <a:schemeClr val="lt1"/>
              </a:buClr>
              <a:buSzPts val="1400"/>
              <a:buChar char="●"/>
              <a:defRPr>
                <a:solidFill>
                  <a:schemeClr val="lt1"/>
                </a:solidFill>
              </a:defRPr>
            </a:lvl4pPr>
            <a:lvl5pPr marL="2286000" lvl="4" indent="-317500">
              <a:spcBef>
                <a:spcPts val="0"/>
              </a:spcBef>
              <a:spcAft>
                <a:spcPts val="0"/>
              </a:spcAft>
              <a:buClr>
                <a:schemeClr val="lt1"/>
              </a:buClr>
              <a:buSzPts val="1400"/>
              <a:buChar char="○"/>
              <a:defRPr>
                <a:solidFill>
                  <a:schemeClr val="lt1"/>
                </a:solidFill>
              </a:defRPr>
            </a:lvl5pPr>
            <a:lvl6pPr marL="2743200" lvl="5" indent="-317500">
              <a:spcBef>
                <a:spcPts val="0"/>
              </a:spcBef>
              <a:spcAft>
                <a:spcPts val="0"/>
              </a:spcAft>
              <a:buClr>
                <a:schemeClr val="lt1"/>
              </a:buClr>
              <a:buSzPts val="1400"/>
              <a:buChar char="■"/>
              <a:defRPr>
                <a:solidFill>
                  <a:schemeClr val="lt1"/>
                </a:solidFill>
              </a:defRPr>
            </a:lvl6pPr>
            <a:lvl7pPr marL="3200400" lvl="6" indent="-317500">
              <a:spcBef>
                <a:spcPts val="0"/>
              </a:spcBef>
              <a:spcAft>
                <a:spcPts val="0"/>
              </a:spcAft>
              <a:buClr>
                <a:schemeClr val="lt1"/>
              </a:buClr>
              <a:buSzPts val="1400"/>
              <a:buChar char="●"/>
              <a:defRPr>
                <a:solidFill>
                  <a:schemeClr val="lt1"/>
                </a:solidFill>
              </a:defRPr>
            </a:lvl7pPr>
            <a:lvl8pPr marL="3657600" lvl="7" indent="-317500">
              <a:spcBef>
                <a:spcPts val="0"/>
              </a:spcBef>
              <a:spcAft>
                <a:spcPts val="0"/>
              </a:spcAft>
              <a:buClr>
                <a:schemeClr val="lt1"/>
              </a:buClr>
              <a:buSzPts val="1400"/>
              <a:buChar char="○"/>
              <a:defRPr>
                <a:solidFill>
                  <a:schemeClr val="lt1"/>
                </a:solidFill>
              </a:defRPr>
            </a:lvl8pPr>
            <a:lvl9pPr marL="4114800" lvl="8" indent="-317500">
              <a:spcBef>
                <a:spcPts val="0"/>
              </a:spcBef>
              <a:spcAft>
                <a:spcPts val="0"/>
              </a:spcAft>
              <a:buClr>
                <a:schemeClr val="lt1"/>
              </a:buClr>
              <a:buSzPts val="1400"/>
              <a:buChar char="■"/>
              <a:defRPr>
                <a:solidFill>
                  <a:schemeClr val="lt1"/>
                </a:solidFill>
              </a:defRPr>
            </a:lvl9pPr>
          </a:lstStyle>
          <a:p>
            <a:endParaRPr/>
          </a:p>
        </p:txBody>
      </p:sp>
      <p:sp>
        <p:nvSpPr>
          <p:cNvPr id="51" name="Google Shape;51;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2"/>
        <p:cNvGrpSpPr/>
        <p:nvPr/>
      </p:nvGrpSpPr>
      <p:grpSpPr>
        <a:xfrm>
          <a:off x="0" y="0"/>
          <a:ext cx="0" cy="0"/>
          <a:chOff x="0" y="0"/>
          <a:chExt cx="0" cy="0"/>
        </a:xfrm>
      </p:grpSpPr>
      <p:sp>
        <p:nvSpPr>
          <p:cNvPr id="53" name="Google Shape;53;p10"/>
          <p:cNvSpPr txBox="1">
            <a:spLocks noGrp="1"/>
          </p:cNvSpPr>
          <p:nvPr>
            <p:ph type="body" idx="1"/>
          </p:nvPr>
        </p:nvSpPr>
        <p:spPr>
          <a:xfrm>
            <a:off x="311700" y="4230725"/>
            <a:ext cx="5998800" cy="5988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2400"/>
              <a:buFont typeface="PT Sans Narrow"/>
              <a:buNone/>
              <a:defRPr sz="2400">
                <a:latin typeface="PT Sans Narrow"/>
                <a:ea typeface="PT Sans Narrow"/>
                <a:cs typeface="PT Sans Narrow"/>
                <a:sym typeface="PT Sans Narrow"/>
              </a:defRPr>
            </a:lvl1pPr>
          </a:lstStyle>
          <a:p>
            <a:endParaRPr/>
          </a:p>
        </p:txBody>
      </p:sp>
      <p:sp>
        <p:nvSpPr>
          <p:cNvPr id="54" name="Google Shape;54;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5"/>
        <p:cNvGrpSpPr/>
        <p:nvPr/>
      </p:nvGrpSpPr>
      <p:grpSpPr>
        <a:xfrm>
          <a:off x="0" y="0"/>
          <a:ext cx="0" cy="0"/>
          <a:chOff x="0" y="0"/>
          <a:chExt cx="0" cy="0"/>
        </a:xfrm>
      </p:grpSpPr>
      <p:sp>
        <p:nvSpPr>
          <p:cNvPr id="56" name="Google Shape;56;p11"/>
          <p:cNvSpPr/>
          <p:nvPr/>
        </p:nvSpPr>
        <p:spPr>
          <a:xfrm>
            <a:off x="-75"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11"/>
          <p:cNvSpPr txBox="1">
            <a:spLocks noGrp="1"/>
          </p:cNvSpPr>
          <p:nvPr>
            <p:ph type="title" hasCustomPrompt="1"/>
          </p:nvPr>
        </p:nvSpPr>
        <p:spPr>
          <a:xfrm>
            <a:off x="311700" y="1304850"/>
            <a:ext cx="8520600" cy="1538400"/>
          </a:xfrm>
          <a:prstGeom prst="rect">
            <a:avLst/>
          </a:prstGeom>
        </p:spPr>
        <p:txBody>
          <a:bodyPr spcFirstLastPara="1" wrap="square" lIns="91425" tIns="91425" rIns="91425" bIns="91425" anchor="ctr" anchorCtr="0">
            <a:normAutofit/>
          </a:bodyPr>
          <a:lstStyle>
            <a:lvl1pPr lvl="0" algn="ctr">
              <a:spcBef>
                <a:spcPts val="0"/>
              </a:spcBef>
              <a:spcAft>
                <a:spcPts val="0"/>
              </a:spcAft>
              <a:buClr>
                <a:schemeClr val="accent3"/>
              </a:buClr>
              <a:buSzPts val="13000"/>
              <a:buNone/>
              <a:defRPr sz="13000">
                <a:solidFill>
                  <a:schemeClr val="accent3"/>
                </a:solidFill>
              </a:defRPr>
            </a:lvl1pPr>
            <a:lvl2pPr lvl="1" algn="ctr">
              <a:spcBef>
                <a:spcPts val="0"/>
              </a:spcBef>
              <a:spcAft>
                <a:spcPts val="0"/>
              </a:spcAft>
              <a:buClr>
                <a:schemeClr val="accent3"/>
              </a:buClr>
              <a:buSzPts val="13000"/>
              <a:buNone/>
              <a:defRPr sz="13000">
                <a:solidFill>
                  <a:schemeClr val="accent3"/>
                </a:solidFill>
              </a:defRPr>
            </a:lvl2pPr>
            <a:lvl3pPr lvl="2" algn="ctr">
              <a:spcBef>
                <a:spcPts val="0"/>
              </a:spcBef>
              <a:spcAft>
                <a:spcPts val="0"/>
              </a:spcAft>
              <a:buClr>
                <a:schemeClr val="accent3"/>
              </a:buClr>
              <a:buSzPts val="13000"/>
              <a:buNone/>
              <a:defRPr sz="13000">
                <a:solidFill>
                  <a:schemeClr val="accent3"/>
                </a:solidFill>
              </a:defRPr>
            </a:lvl3pPr>
            <a:lvl4pPr lvl="3" algn="ctr">
              <a:spcBef>
                <a:spcPts val="0"/>
              </a:spcBef>
              <a:spcAft>
                <a:spcPts val="0"/>
              </a:spcAft>
              <a:buClr>
                <a:schemeClr val="accent3"/>
              </a:buClr>
              <a:buSzPts val="13000"/>
              <a:buNone/>
              <a:defRPr sz="13000">
                <a:solidFill>
                  <a:schemeClr val="accent3"/>
                </a:solidFill>
              </a:defRPr>
            </a:lvl4pPr>
            <a:lvl5pPr lvl="4" algn="ctr">
              <a:spcBef>
                <a:spcPts val="0"/>
              </a:spcBef>
              <a:spcAft>
                <a:spcPts val="0"/>
              </a:spcAft>
              <a:buClr>
                <a:schemeClr val="accent3"/>
              </a:buClr>
              <a:buSzPts val="13000"/>
              <a:buNone/>
              <a:defRPr sz="13000">
                <a:solidFill>
                  <a:schemeClr val="accent3"/>
                </a:solidFill>
              </a:defRPr>
            </a:lvl5pPr>
            <a:lvl6pPr lvl="5" algn="ctr">
              <a:spcBef>
                <a:spcPts val="0"/>
              </a:spcBef>
              <a:spcAft>
                <a:spcPts val="0"/>
              </a:spcAft>
              <a:buClr>
                <a:schemeClr val="accent3"/>
              </a:buClr>
              <a:buSzPts val="13000"/>
              <a:buNone/>
              <a:defRPr sz="13000">
                <a:solidFill>
                  <a:schemeClr val="accent3"/>
                </a:solidFill>
              </a:defRPr>
            </a:lvl6pPr>
            <a:lvl7pPr lvl="6" algn="ctr">
              <a:spcBef>
                <a:spcPts val="0"/>
              </a:spcBef>
              <a:spcAft>
                <a:spcPts val="0"/>
              </a:spcAft>
              <a:buClr>
                <a:schemeClr val="accent3"/>
              </a:buClr>
              <a:buSzPts val="13000"/>
              <a:buNone/>
              <a:defRPr sz="13000">
                <a:solidFill>
                  <a:schemeClr val="accent3"/>
                </a:solidFill>
              </a:defRPr>
            </a:lvl7pPr>
            <a:lvl8pPr lvl="7" algn="ctr">
              <a:spcBef>
                <a:spcPts val="0"/>
              </a:spcBef>
              <a:spcAft>
                <a:spcPts val="0"/>
              </a:spcAft>
              <a:buClr>
                <a:schemeClr val="accent3"/>
              </a:buClr>
              <a:buSzPts val="13000"/>
              <a:buNone/>
              <a:defRPr sz="13000">
                <a:solidFill>
                  <a:schemeClr val="accent3"/>
                </a:solidFill>
              </a:defRPr>
            </a:lvl8pPr>
            <a:lvl9pPr lvl="8" algn="ctr">
              <a:spcBef>
                <a:spcPts val="0"/>
              </a:spcBef>
              <a:spcAft>
                <a:spcPts val="0"/>
              </a:spcAft>
              <a:buClr>
                <a:schemeClr val="accent3"/>
              </a:buClr>
              <a:buSzPts val="13000"/>
              <a:buNone/>
              <a:defRPr sz="13000">
                <a:solidFill>
                  <a:schemeClr val="accent3"/>
                </a:solidFill>
              </a:defRPr>
            </a:lvl9pPr>
          </a:lstStyle>
          <a:p>
            <a:r>
              <a:t>xx%</a:t>
            </a:r>
          </a:p>
        </p:txBody>
      </p:sp>
      <p:sp>
        <p:nvSpPr>
          <p:cNvPr id="58" name="Google Shape;58;p11"/>
          <p:cNvSpPr txBox="1">
            <a:spLocks noGrp="1"/>
          </p:cNvSpPr>
          <p:nvPr>
            <p:ph type="body" idx="1"/>
          </p:nvPr>
        </p:nvSpPr>
        <p:spPr>
          <a:xfrm>
            <a:off x="311700" y="2995650"/>
            <a:ext cx="8520600" cy="10716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9" name="Google Shape;59;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0"/>
        <p:cNvGrpSpPr/>
        <p:nvPr/>
      </p:nvGrpSpPr>
      <p:grpSpPr>
        <a:xfrm>
          <a:off x="0" y="0"/>
          <a:ext cx="0" cy="0"/>
          <a:chOff x="0" y="0"/>
          <a:chExt cx="0" cy="0"/>
        </a:xfrm>
      </p:grpSpPr>
      <p:sp>
        <p:nvSpPr>
          <p:cNvPr id="61" name="Google Shape;61;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tropic">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7074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1pPr>
            <a:lvl2pPr lvl="1">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2pPr>
            <a:lvl3pPr lvl="2">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3pPr>
            <a:lvl4pPr lvl="3">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4pPr>
            <a:lvl5pPr lvl="4">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5pPr>
            <a:lvl6pPr lvl="5">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6pPr>
            <a:lvl7pPr lvl="6">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7pPr>
            <a:lvl8pPr lvl="7">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8pPr>
            <a:lvl9pPr lvl="8">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9pPr>
          </a:lstStyle>
          <a:p>
            <a:endParaRPr/>
          </a:p>
        </p:txBody>
      </p:sp>
      <p:sp>
        <p:nvSpPr>
          <p:cNvPr id="7" name="Google Shape;7;p1"/>
          <p:cNvSpPr txBox="1">
            <a:spLocks noGrp="1"/>
          </p:cNvSpPr>
          <p:nvPr>
            <p:ph type="body" idx="1"/>
          </p:nvPr>
        </p:nvSpPr>
        <p:spPr>
          <a:xfrm>
            <a:off x="311700" y="1266325"/>
            <a:ext cx="8520600" cy="33027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Font typeface="Open Sans"/>
              <a:buChar char="●"/>
              <a:defRPr sz="1800">
                <a:solidFill>
                  <a:schemeClr val="dk2"/>
                </a:solidFill>
                <a:latin typeface="Open Sans"/>
                <a:ea typeface="Open Sans"/>
                <a:cs typeface="Open Sans"/>
                <a:sym typeface="Open Sans"/>
              </a:defRPr>
            </a:lvl1pPr>
            <a:lvl2pPr marL="914400" lvl="1"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2pPr>
            <a:lvl3pPr marL="1371600" lvl="2"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3pPr>
            <a:lvl4pPr marL="1828800" lvl="3"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4pPr>
            <a:lvl5pPr marL="2286000" lvl="4"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5pPr>
            <a:lvl6pPr marL="2743200" lvl="5"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6pPr>
            <a:lvl7pPr marL="3200400" lvl="6"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7pPr>
            <a:lvl8pPr marL="3657600" lvl="7"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8pPr>
            <a:lvl9pPr marL="4114800" lvl="8"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latin typeface="Open Sans"/>
                <a:ea typeface="Open Sans"/>
                <a:cs typeface="Open Sans"/>
                <a:sym typeface="Open Sans"/>
              </a:defRPr>
            </a:lvl1pPr>
            <a:lvl2pPr lvl="1" algn="r">
              <a:buNone/>
              <a:defRPr sz="1000">
                <a:solidFill>
                  <a:schemeClr val="dk2"/>
                </a:solidFill>
                <a:latin typeface="Open Sans"/>
                <a:ea typeface="Open Sans"/>
                <a:cs typeface="Open Sans"/>
                <a:sym typeface="Open Sans"/>
              </a:defRPr>
            </a:lvl2pPr>
            <a:lvl3pPr lvl="2" algn="r">
              <a:buNone/>
              <a:defRPr sz="1000">
                <a:solidFill>
                  <a:schemeClr val="dk2"/>
                </a:solidFill>
                <a:latin typeface="Open Sans"/>
                <a:ea typeface="Open Sans"/>
                <a:cs typeface="Open Sans"/>
                <a:sym typeface="Open Sans"/>
              </a:defRPr>
            </a:lvl3pPr>
            <a:lvl4pPr lvl="3" algn="r">
              <a:buNone/>
              <a:defRPr sz="1000">
                <a:solidFill>
                  <a:schemeClr val="dk2"/>
                </a:solidFill>
                <a:latin typeface="Open Sans"/>
                <a:ea typeface="Open Sans"/>
                <a:cs typeface="Open Sans"/>
                <a:sym typeface="Open Sans"/>
              </a:defRPr>
            </a:lvl4pPr>
            <a:lvl5pPr lvl="4" algn="r">
              <a:buNone/>
              <a:defRPr sz="1000">
                <a:solidFill>
                  <a:schemeClr val="dk2"/>
                </a:solidFill>
                <a:latin typeface="Open Sans"/>
                <a:ea typeface="Open Sans"/>
                <a:cs typeface="Open Sans"/>
                <a:sym typeface="Open Sans"/>
              </a:defRPr>
            </a:lvl5pPr>
            <a:lvl6pPr lvl="5" algn="r">
              <a:buNone/>
              <a:defRPr sz="1000">
                <a:solidFill>
                  <a:schemeClr val="dk2"/>
                </a:solidFill>
                <a:latin typeface="Open Sans"/>
                <a:ea typeface="Open Sans"/>
                <a:cs typeface="Open Sans"/>
                <a:sym typeface="Open Sans"/>
              </a:defRPr>
            </a:lvl6pPr>
            <a:lvl7pPr lvl="6" algn="r">
              <a:buNone/>
              <a:defRPr sz="1000">
                <a:solidFill>
                  <a:schemeClr val="dk2"/>
                </a:solidFill>
                <a:latin typeface="Open Sans"/>
                <a:ea typeface="Open Sans"/>
                <a:cs typeface="Open Sans"/>
                <a:sym typeface="Open Sans"/>
              </a:defRPr>
            </a:lvl7pPr>
            <a:lvl8pPr lvl="7" algn="r">
              <a:buNone/>
              <a:defRPr sz="1000">
                <a:solidFill>
                  <a:schemeClr val="dk2"/>
                </a:solidFill>
                <a:latin typeface="Open Sans"/>
                <a:ea typeface="Open Sans"/>
                <a:cs typeface="Open Sans"/>
                <a:sym typeface="Open Sans"/>
              </a:defRPr>
            </a:lvl8pPr>
            <a:lvl9pPr lvl="8" algn="r">
              <a:buNone/>
              <a:defRPr sz="1000">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customXml" Target="../ink/ink3.xml"/><Relationship Id="rId3" Type="http://schemas.openxmlformats.org/officeDocument/2006/relationships/image" Target="../media/image1.png"/><Relationship Id="rId7"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customXml" Target="../ink/ink2.xml"/><Relationship Id="rId11" Type="http://schemas.openxmlformats.org/officeDocument/2006/relationships/image" Target="../media/image5.png"/><Relationship Id="rId5" Type="http://schemas.openxmlformats.org/officeDocument/2006/relationships/image" Target="../media/image2.png"/><Relationship Id="rId10" Type="http://schemas.openxmlformats.org/officeDocument/2006/relationships/customXml" Target="../ink/ink4.xml"/><Relationship Id="rId4" Type="http://schemas.openxmlformats.org/officeDocument/2006/relationships/customXml" Target="../ink/ink1.xml"/><Relationship Id="rId9"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2.gif"/><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3.gif"/></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3"/>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a:t>My ECE 157B/272B </a:t>
            </a:r>
            <a:br>
              <a:rPr lang="en"/>
            </a:br>
            <a:r>
              <a:rPr lang="en"/>
              <a:t>Homework 4</a:t>
            </a:r>
            <a:endParaRPr/>
          </a:p>
        </p:txBody>
      </p:sp>
      <p:sp>
        <p:nvSpPr>
          <p:cNvPr id="67" name="Google Shape;67;p13"/>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dirty="0"/>
              <a:t>Submitted By Edward Ding</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4"/>
          <p:cNvSpPr txBox="1">
            <a:spLocks noGrp="1"/>
          </p:cNvSpPr>
          <p:nvPr>
            <p:ph type="title"/>
          </p:nvPr>
        </p:nvSpPr>
        <p:spPr>
          <a:xfrm>
            <a:off x="311700" y="172175"/>
            <a:ext cx="8520600" cy="930551"/>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sz="1900" dirty="0"/>
              <a:t>1. </a:t>
            </a:r>
            <a:r>
              <a:rPr lang="en" sz="1900" b="0" dirty="0"/>
              <a:t>The provided code uses a "Replay Memory" to store the agent's experiences and learn from that. </a:t>
            </a:r>
            <a:r>
              <a:rPr lang="en" sz="1900" dirty="0"/>
              <a:t>What is the purpose of the Replay Memory? </a:t>
            </a:r>
            <a:r>
              <a:rPr lang="en" sz="1900" b="0" dirty="0"/>
              <a:t>Why is it important to use a Replay Memory instead of just learning from the agent's most recent experiences?</a:t>
            </a:r>
            <a:endParaRPr b="0" dirty="0"/>
          </a:p>
        </p:txBody>
      </p:sp>
      <p:sp>
        <p:nvSpPr>
          <p:cNvPr id="73" name="Google Shape;73;p14"/>
          <p:cNvSpPr txBox="1">
            <a:spLocks noGrp="1"/>
          </p:cNvSpPr>
          <p:nvPr>
            <p:ph type="body" idx="1"/>
          </p:nvPr>
        </p:nvSpPr>
        <p:spPr>
          <a:xfrm>
            <a:off x="311700" y="1266325"/>
            <a:ext cx="8520600" cy="37050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US" dirty="0"/>
              <a:t>The purpose of the replay memory is to act as a buffer to store past experiences or transitions from the model’s interaction with the environment. It allows us to reuse this data later. The main benefit of using something like this is to make sure that the transitions within each batch are decorrelated, which greatly stabilizes and improves the training process. If a model just relearns from most recent experiences, the training data is not independent, which can lead to unstable learning. </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5"/>
          <p:cNvSpPr txBox="1">
            <a:spLocks noGrp="1"/>
          </p:cNvSpPr>
          <p:nvPr>
            <p:ph type="title"/>
          </p:nvPr>
        </p:nvSpPr>
        <p:spPr>
          <a:xfrm>
            <a:off x="227411" y="240950"/>
            <a:ext cx="8689177" cy="718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2. Submit the hyperparameters used in your final model. </a:t>
            </a:r>
            <a:r>
              <a:rPr lang="en" sz="1900" b="0" dirty="0"/>
              <a:t>Also make a note if you had other training attempts that didn't work out, though you are not required to submit their hyperparameters.</a:t>
            </a:r>
            <a:endParaRPr sz="1900" b="0" dirty="0"/>
          </a:p>
        </p:txBody>
      </p:sp>
      <p:sp>
        <p:nvSpPr>
          <p:cNvPr id="79" name="Google Shape;79;p15"/>
          <p:cNvSpPr txBox="1">
            <a:spLocks noGrp="1"/>
          </p:cNvSpPr>
          <p:nvPr>
            <p:ph type="body" idx="1"/>
          </p:nvPr>
        </p:nvSpPr>
        <p:spPr>
          <a:xfrm>
            <a:off x="311700" y="1163650"/>
            <a:ext cx="8520600" cy="3738900"/>
          </a:xfrm>
          <a:prstGeom prst="rect">
            <a:avLst/>
          </a:prstGeom>
        </p:spPr>
        <p:txBody>
          <a:bodyPr spcFirstLastPara="1" wrap="square" lIns="91425" tIns="91425" rIns="91425" bIns="91425" anchor="t" anchorCtr="0">
            <a:normAutofit fontScale="85000" lnSpcReduction="10000"/>
          </a:bodyPr>
          <a:lstStyle/>
          <a:p>
            <a:pPr>
              <a:lnSpc>
                <a:spcPts val="1425"/>
              </a:lnSpc>
              <a:buNone/>
            </a:pPr>
            <a:r>
              <a:rPr lang="en-US" b="0" dirty="0">
                <a:solidFill>
                  <a:srgbClr val="008000"/>
                </a:solidFill>
                <a:effectLst/>
                <a:latin typeface="Courier New" panose="02070309020205020404" pitchFamily="49" charset="0"/>
              </a:rPr>
              <a:t># BATCH_SIZE is the number of transitions sampled from the replay buffer</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8000"/>
                </a:solidFill>
                <a:effectLst/>
                <a:latin typeface="Courier New" panose="02070309020205020404" pitchFamily="49" charset="0"/>
              </a:rPr>
              <a:t># GAMMA is the discount factor as mentioned in the previous section</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8000"/>
                </a:solidFill>
                <a:effectLst/>
                <a:latin typeface="Courier New" panose="02070309020205020404" pitchFamily="49" charset="0"/>
              </a:rPr>
              <a:t># EPS_START is the starting value of epsilon</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8000"/>
                </a:solidFill>
                <a:effectLst/>
                <a:latin typeface="Courier New" panose="02070309020205020404" pitchFamily="49" charset="0"/>
              </a:rPr>
              <a:t># EPS_END is the final value of epsilon</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8000"/>
                </a:solidFill>
                <a:effectLst/>
                <a:latin typeface="Courier New" panose="02070309020205020404" pitchFamily="49" charset="0"/>
              </a:rPr>
              <a:t># EPS_DECAY controls the rate of exponential decay of epsilon, higher means a slower decay</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8000"/>
                </a:solidFill>
                <a:effectLst/>
                <a:latin typeface="Courier New" panose="02070309020205020404" pitchFamily="49" charset="0"/>
              </a:rPr>
              <a:t># TAU is the update rate of the target network</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8000"/>
                </a:solidFill>
                <a:effectLst/>
                <a:latin typeface="Courier New" panose="02070309020205020404" pitchFamily="49" charset="0"/>
              </a:rPr>
              <a:t># LR is the learning rate of the ``</a:t>
            </a:r>
            <a:r>
              <a:rPr lang="en-US" b="0" dirty="0" err="1">
                <a:solidFill>
                  <a:srgbClr val="008000"/>
                </a:solidFill>
                <a:effectLst/>
                <a:latin typeface="Courier New" panose="02070309020205020404" pitchFamily="49" charset="0"/>
              </a:rPr>
              <a:t>AdamW</a:t>
            </a:r>
            <a:r>
              <a:rPr lang="en-US" b="0" dirty="0">
                <a:solidFill>
                  <a:srgbClr val="008000"/>
                </a:solidFill>
                <a:effectLst/>
                <a:latin typeface="Courier New" panose="02070309020205020404" pitchFamily="49" charset="0"/>
              </a:rPr>
              <a:t>`` optimizer</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0000"/>
                </a:solidFill>
                <a:effectLst/>
                <a:latin typeface="Courier New" panose="02070309020205020404" pitchFamily="49" charset="0"/>
              </a:rPr>
              <a:t>BATCH_SIZE = </a:t>
            </a:r>
            <a:r>
              <a:rPr lang="en-US" b="0" dirty="0">
                <a:solidFill>
                  <a:srgbClr val="116644"/>
                </a:solidFill>
                <a:effectLst/>
                <a:latin typeface="Courier New" panose="02070309020205020404" pitchFamily="49" charset="0"/>
              </a:rPr>
              <a:t>128</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0000"/>
                </a:solidFill>
                <a:effectLst/>
                <a:latin typeface="Courier New" panose="02070309020205020404" pitchFamily="49" charset="0"/>
              </a:rPr>
              <a:t>GAMMA = </a:t>
            </a:r>
            <a:r>
              <a:rPr lang="en-US" b="0" dirty="0">
                <a:solidFill>
                  <a:srgbClr val="116644"/>
                </a:solidFill>
                <a:effectLst/>
                <a:latin typeface="Courier New" panose="02070309020205020404" pitchFamily="49" charset="0"/>
              </a:rPr>
              <a:t>0.99</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0000"/>
                </a:solidFill>
                <a:effectLst/>
                <a:latin typeface="Courier New" panose="02070309020205020404" pitchFamily="49" charset="0"/>
              </a:rPr>
              <a:t>EPS_START = </a:t>
            </a:r>
            <a:r>
              <a:rPr lang="en-US" b="0" dirty="0">
                <a:solidFill>
                  <a:srgbClr val="116644"/>
                </a:solidFill>
                <a:effectLst/>
                <a:latin typeface="Courier New" panose="02070309020205020404" pitchFamily="49" charset="0"/>
              </a:rPr>
              <a:t>0.9</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0000"/>
                </a:solidFill>
                <a:effectLst/>
                <a:latin typeface="Courier New" panose="02070309020205020404" pitchFamily="49" charset="0"/>
              </a:rPr>
              <a:t>EPS_END = </a:t>
            </a:r>
            <a:r>
              <a:rPr lang="en-US" b="0" dirty="0">
                <a:solidFill>
                  <a:srgbClr val="116644"/>
                </a:solidFill>
                <a:effectLst/>
                <a:latin typeface="Courier New" panose="02070309020205020404" pitchFamily="49" charset="0"/>
              </a:rPr>
              <a:t>0.05</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0000"/>
                </a:solidFill>
                <a:effectLst/>
                <a:latin typeface="Courier New" panose="02070309020205020404" pitchFamily="49" charset="0"/>
              </a:rPr>
              <a:t>EPS_DECAY = </a:t>
            </a:r>
            <a:r>
              <a:rPr lang="en-US" b="0" dirty="0">
                <a:solidFill>
                  <a:srgbClr val="116644"/>
                </a:solidFill>
                <a:effectLst/>
                <a:latin typeface="Courier New" panose="02070309020205020404" pitchFamily="49" charset="0"/>
              </a:rPr>
              <a:t>4000</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0000"/>
                </a:solidFill>
                <a:effectLst/>
                <a:latin typeface="Courier New" panose="02070309020205020404" pitchFamily="49" charset="0"/>
              </a:rPr>
              <a:t>TAU = </a:t>
            </a:r>
            <a:r>
              <a:rPr lang="en-US" b="0" dirty="0">
                <a:solidFill>
                  <a:srgbClr val="116644"/>
                </a:solidFill>
                <a:effectLst/>
                <a:latin typeface="Courier New" panose="02070309020205020404" pitchFamily="49" charset="0"/>
              </a:rPr>
              <a:t>0.005</a:t>
            </a:r>
            <a:endParaRPr lang="en-US" b="0" dirty="0">
              <a:solidFill>
                <a:srgbClr val="000000"/>
              </a:solidFill>
              <a:effectLst/>
              <a:latin typeface="Courier New" panose="02070309020205020404" pitchFamily="49" charset="0"/>
            </a:endParaRPr>
          </a:p>
          <a:p>
            <a:pPr>
              <a:lnSpc>
                <a:spcPts val="1425"/>
              </a:lnSpc>
            </a:pPr>
            <a:r>
              <a:rPr lang="en-US" b="0" dirty="0">
                <a:solidFill>
                  <a:srgbClr val="000000"/>
                </a:solidFill>
                <a:effectLst/>
                <a:latin typeface="Courier New" panose="02070309020205020404" pitchFamily="49" charset="0"/>
              </a:rPr>
              <a:t>LR = </a:t>
            </a:r>
            <a:r>
              <a:rPr lang="en-US" b="0" dirty="0">
                <a:solidFill>
                  <a:srgbClr val="116644"/>
                </a:solidFill>
                <a:effectLst/>
                <a:latin typeface="Courier New" panose="02070309020205020404" pitchFamily="49" charset="0"/>
              </a:rPr>
              <a:t>1e-4</a:t>
            </a:r>
          </a:p>
          <a:p>
            <a:pPr>
              <a:lnSpc>
                <a:spcPts val="1425"/>
              </a:lnSpc>
            </a:pPr>
            <a:endParaRPr lang="en-US" dirty="0">
              <a:solidFill>
                <a:srgbClr val="116644"/>
              </a:solidFill>
              <a:latin typeface="Courier New" panose="02070309020205020404" pitchFamily="49" charset="0"/>
            </a:endParaRPr>
          </a:p>
          <a:p>
            <a:pPr>
              <a:lnSpc>
                <a:spcPts val="1425"/>
              </a:lnSpc>
            </a:pPr>
            <a:endParaRPr lang="en-US" dirty="0">
              <a:solidFill>
                <a:srgbClr val="000000"/>
              </a:solidFill>
              <a:latin typeface="Courier New" panose="02070309020205020404" pitchFamily="49" charset="0"/>
            </a:endParaRPr>
          </a:p>
          <a:p>
            <a:pPr marL="114300" indent="0">
              <a:lnSpc>
                <a:spcPts val="1425"/>
              </a:lnSpc>
              <a:buNone/>
            </a:pPr>
            <a:r>
              <a:rPr lang="en-US" b="0" dirty="0">
                <a:solidFill>
                  <a:srgbClr val="000000"/>
                </a:solidFill>
                <a:effectLst/>
                <a:latin typeface="Courier New" panose="02070309020205020404" pitchFamily="49" charset="0"/>
              </a:rPr>
              <a:t>These hyperparameters worked out pretty well, so I didn’t change them. </a:t>
            </a:r>
            <a:endParaRPr lang="en-US" b="0" dirty="0">
              <a:solidFill>
                <a:srgbClr val="116644"/>
              </a:solidFill>
              <a:effectLst/>
              <a:latin typeface="Courier New" panose="02070309020205020404" pitchFamily="49"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6"/>
          <p:cNvSpPr txBox="1">
            <a:spLocks noGrp="1"/>
          </p:cNvSpPr>
          <p:nvPr>
            <p:ph type="title"/>
          </p:nvPr>
        </p:nvSpPr>
        <p:spPr>
          <a:xfrm>
            <a:off x="311700" y="0"/>
            <a:ext cx="8520600" cy="185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800" dirty="0"/>
              <a:t>3. Submit the training graphs for your final model. </a:t>
            </a:r>
            <a:r>
              <a:rPr lang="en" sz="1800" b="0" dirty="0"/>
              <a:t>These should show the reward and durations achieved in each episode. If you had other training attempts that didn't work out, you may include their graphs as well, though you are not required to do so. Looking at your final model's training graph, </a:t>
            </a:r>
            <a:r>
              <a:rPr lang="en" sz="1800" dirty="0"/>
              <a:t>Mark the eras where the model appears to have differing behaviors. </a:t>
            </a:r>
            <a:r>
              <a:rPr lang="en" sz="1800" b="0" dirty="0"/>
              <a:t>(E.g. if its average is slowly increasing, then plateaus, or if it's smooth then starts bouncing up and down, sometimes failing.)</a:t>
            </a:r>
            <a:r>
              <a:rPr lang="en" sz="1800" dirty="0"/>
              <a:t> About how many eras do you see? How long did it take the model to first really learn to play the game?</a:t>
            </a:r>
            <a:endParaRPr sz="1800" b="0" dirty="0"/>
          </a:p>
        </p:txBody>
      </p:sp>
      <p:sp>
        <p:nvSpPr>
          <p:cNvPr id="85" name="Google Shape;85;p16"/>
          <p:cNvSpPr txBox="1">
            <a:spLocks noGrp="1"/>
          </p:cNvSpPr>
          <p:nvPr>
            <p:ph type="body" idx="1"/>
          </p:nvPr>
        </p:nvSpPr>
        <p:spPr>
          <a:xfrm>
            <a:off x="5177925" y="1859100"/>
            <a:ext cx="3654300" cy="3043500"/>
          </a:xfrm>
          <a:prstGeom prst="rect">
            <a:avLst/>
          </a:prstGeom>
        </p:spPr>
        <p:txBody>
          <a:bodyPr spcFirstLastPara="1" wrap="square" lIns="91425" tIns="91425" rIns="91425" bIns="91425" anchor="t" anchorCtr="0">
            <a:normAutofit fontScale="85000" lnSpcReduction="10000"/>
          </a:bodyPr>
          <a:lstStyle/>
          <a:p>
            <a:pPr marL="0" lvl="0" indent="0" algn="l" rtl="0">
              <a:spcBef>
                <a:spcPts val="0"/>
              </a:spcBef>
              <a:spcAft>
                <a:spcPts val="1200"/>
              </a:spcAft>
              <a:buNone/>
            </a:pPr>
            <a:r>
              <a:rPr lang="en-US" dirty="0"/>
              <a:t>Since our model needs to average around 200 reward points to be considered robust, we see it clearly reach that threshold relatively quickly. Although it might appear at first glance that the rewards plateau, we see that there’s still work being done as there’s a slight downward trend for the episode duration, meaning that the model gets better at landing the spacecraft in a faster period of time.</a:t>
            </a:r>
            <a:endParaRPr dirty="0"/>
          </a:p>
        </p:txBody>
      </p:sp>
      <p:sp>
        <p:nvSpPr>
          <p:cNvPr id="86" name="Google Shape;86;p16"/>
          <p:cNvSpPr/>
          <p:nvPr/>
        </p:nvSpPr>
        <p:spPr>
          <a:xfrm>
            <a:off x="311700" y="1941900"/>
            <a:ext cx="4758000" cy="2960700"/>
          </a:xfrm>
          <a:prstGeom prst="rect">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lang="en-US">
              <a:latin typeface="Open Sans"/>
              <a:ea typeface="Open Sans"/>
              <a:cs typeface="Open Sans"/>
              <a:sym typeface="Open Sans"/>
            </a:endParaRPr>
          </a:p>
        </p:txBody>
      </p:sp>
      <p:pic>
        <p:nvPicPr>
          <p:cNvPr id="3" name="Picture 2" descr="A graph of a graph showing a number of different colored lines&#10;&#10;AI-generated content may be incorrect.">
            <a:extLst>
              <a:ext uri="{FF2B5EF4-FFF2-40B4-BE49-F238E27FC236}">
                <a16:creationId xmlns:a16="http://schemas.microsoft.com/office/drawing/2014/main" id="{DB924BC6-A42E-EEFA-5731-A63701ECF7A8}"/>
              </a:ext>
            </a:extLst>
          </p:cNvPr>
          <p:cNvPicPr>
            <a:picLocks noChangeAspect="1"/>
          </p:cNvPicPr>
          <p:nvPr/>
        </p:nvPicPr>
        <p:blipFill>
          <a:blip r:embed="rId3"/>
          <a:stretch>
            <a:fillRect/>
          </a:stretch>
        </p:blipFill>
        <p:spPr>
          <a:xfrm>
            <a:off x="700255" y="1959900"/>
            <a:ext cx="3871745" cy="2924700"/>
          </a:xfrm>
          <a:prstGeom prst="rect">
            <a:avLst/>
          </a:prstGeom>
        </p:spPr>
      </p:pic>
      <mc:AlternateContent xmlns:mc="http://schemas.openxmlformats.org/markup-compatibility/2006" xmlns:p14="http://schemas.microsoft.com/office/powerpoint/2010/main">
        <mc:Choice Requires="p14">
          <p:contentPart p14:bwMode="auto" r:id="rId4">
            <p14:nvContentPartPr>
              <p14:cNvPr id="4" name="Ink 3">
                <a:extLst>
                  <a:ext uri="{FF2B5EF4-FFF2-40B4-BE49-F238E27FC236}">
                    <a16:creationId xmlns:a16="http://schemas.microsoft.com/office/drawing/2014/main" id="{977AFB30-1AA3-E71A-E357-EA597CC18662}"/>
                  </a:ext>
                </a:extLst>
              </p14:cNvPr>
              <p14:cNvContentPartPr/>
              <p14:nvPr/>
            </p14:nvContentPartPr>
            <p14:xfrm>
              <a:off x="1506174" y="2095435"/>
              <a:ext cx="683280" cy="1134360"/>
            </p14:xfrm>
          </p:contentPart>
        </mc:Choice>
        <mc:Fallback xmlns="">
          <p:pic>
            <p:nvPicPr>
              <p:cNvPr id="4" name="Ink 3">
                <a:extLst>
                  <a:ext uri="{FF2B5EF4-FFF2-40B4-BE49-F238E27FC236}">
                    <a16:creationId xmlns:a16="http://schemas.microsoft.com/office/drawing/2014/main" id="{977AFB30-1AA3-E71A-E357-EA597CC18662}"/>
                  </a:ext>
                </a:extLst>
              </p:cNvPr>
              <p:cNvPicPr/>
              <p:nvPr/>
            </p:nvPicPr>
            <p:blipFill>
              <a:blip r:embed="rId5"/>
              <a:stretch>
                <a:fillRect/>
              </a:stretch>
            </p:blipFill>
            <p:spPr>
              <a:xfrm>
                <a:off x="1500054" y="2089315"/>
                <a:ext cx="695520" cy="11466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5" name="Ink 4">
                <a:extLst>
                  <a:ext uri="{FF2B5EF4-FFF2-40B4-BE49-F238E27FC236}">
                    <a16:creationId xmlns:a16="http://schemas.microsoft.com/office/drawing/2014/main" id="{13BD9C41-2093-A7A9-468B-8868BC6BE4BC}"/>
                  </a:ext>
                </a:extLst>
              </p14:cNvPr>
              <p14:cNvContentPartPr/>
              <p14:nvPr/>
            </p14:nvContentPartPr>
            <p14:xfrm>
              <a:off x="965094" y="3522115"/>
              <a:ext cx="668880" cy="1082520"/>
            </p14:xfrm>
          </p:contentPart>
        </mc:Choice>
        <mc:Fallback xmlns="">
          <p:pic>
            <p:nvPicPr>
              <p:cNvPr id="5" name="Ink 4">
                <a:extLst>
                  <a:ext uri="{FF2B5EF4-FFF2-40B4-BE49-F238E27FC236}">
                    <a16:creationId xmlns:a16="http://schemas.microsoft.com/office/drawing/2014/main" id="{13BD9C41-2093-A7A9-468B-8868BC6BE4BC}"/>
                  </a:ext>
                </a:extLst>
              </p:cNvPr>
              <p:cNvPicPr/>
              <p:nvPr/>
            </p:nvPicPr>
            <p:blipFill>
              <a:blip r:embed="rId7"/>
              <a:stretch>
                <a:fillRect/>
              </a:stretch>
            </p:blipFill>
            <p:spPr>
              <a:xfrm>
                <a:off x="958974" y="3515995"/>
                <a:ext cx="681120" cy="10947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B47F3481-01DC-524D-B7ED-954939458299}"/>
                  </a:ext>
                </a:extLst>
              </p14:cNvPr>
              <p14:cNvContentPartPr/>
              <p14:nvPr/>
            </p14:nvContentPartPr>
            <p14:xfrm>
              <a:off x="2886414" y="3465595"/>
              <a:ext cx="1814040" cy="543600"/>
            </p14:xfrm>
          </p:contentPart>
        </mc:Choice>
        <mc:Fallback xmlns="">
          <p:pic>
            <p:nvPicPr>
              <p:cNvPr id="6" name="Ink 5">
                <a:extLst>
                  <a:ext uri="{FF2B5EF4-FFF2-40B4-BE49-F238E27FC236}">
                    <a16:creationId xmlns:a16="http://schemas.microsoft.com/office/drawing/2014/main" id="{B47F3481-01DC-524D-B7ED-954939458299}"/>
                  </a:ext>
                </a:extLst>
              </p:cNvPr>
              <p:cNvPicPr/>
              <p:nvPr/>
            </p:nvPicPr>
            <p:blipFill>
              <a:blip r:embed="rId9"/>
              <a:stretch>
                <a:fillRect/>
              </a:stretch>
            </p:blipFill>
            <p:spPr>
              <a:xfrm>
                <a:off x="2880294" y="3459475"/>
                <a:ext cx="1826280" cy="55584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7" name="Ink 6">
                <a:extLst>
                  <a:ext uri="{FF2B5EF4-FFF2-40B4-BE49-F238E27FC236}">
                    <a16:creationId xmlns:a16="http://schemas.microsoft.com/office/drawing/2014/main" id="{BA3178C2-32E7-FE8F-F607-9E034C6A3793}"/>
                  </a:ext>
                </a:extLst>
              </p14:cNvPr>
              <p14:cNvContentPartPr/>
              <p14:nvPr/>
            </p14:nvContentPartPr>
            <p14:xfrm>
              <a:off x="2452254" y="2306395"/>
              <a:ext cx="2200320" cy="965160"/>
            </p14:xfrm>
          </p:contentPart>
        </mc:Choice>
        <mc:Fallback xmlns="">
          <p:pic>
            <p:nvPicPr>
              <p:cNvPr id="7" name="Ink 6">
                <a:extLst>
                  <a:ext uri="{FF2B5EF4-FFF2-40B4-BE49-F238E27FC236}">
                    <a16:creationId xmlns:a16="http://schemas.microsoft.com/office/drawing/2014/main" id="{BA3178C2-32E7-FE8F-F607-9E034C6A3793}"/>
                  </a:ext>
                </a:extLst>
              </p:cNvPr>
              <p:cNvPicPr/>
              <p:nvPr/>
            </p:nvPicPr>
            <p:blipFill>
              <a:blip r:embed="rId11"/>
              <a:stretch>
                <a:fillRect/>
              </a:stretch>
            </p:blipFill>
            <p:spPr>
              <a:xfrm>
                <a:off x="2446134" y="2300275"/>
                <a:ext cx="2212560" cy="977400"/>
              </a:xfrm>
              <a:prstGeom prst="rect">
                <a:avLst/>
              </a:prstGeom>
            </p:spPr>
          </p:pic>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1" name="Google Shape;91;p17"/>
          <p:cNvSpPr txBox="1">
            <a:spLocks noGrp="1"/>
          </p:cNvSpPr>
          <p:nvPr>
            <p:ph type="title"/>
          </p:nvPr>
        </p:nvSpPr>
        <p:spPr>
          <a:xfrm>
            <a:off x="311700" y="240950"/>
            <a:ext cx="8520600" cy="718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4a.</a:t>
            </a:r>
            <a:r>
              <a:rPr lang="en" sz="1900" b="0" dirty="0"/>
              <a:t> Review the videos of your agent playing the game. </a:t>
            </a:r>
            <a:r>
              <a:rPr lang="en" sz="1900" dirty="0"/>
              <a:t>List behaviors that you see, and when they appear</a:t>
            </a:r>
            <a:r>
              <a:rPr lang="en" sz="1900" b="0" dirty="0"/>
              <a:t>. (Strategies, mistakes...)</a:t>
            </a:r>
            <a:endParaRPr sz="1900" b="0" dirty="0"/>
          </a:p>
        </p:txBody>
      </p:sp>
      <p:sp>
        <p:nvSpPr>
          <p:cNvPr id="92" name="Google Shape;92;p17"/>
          <p:cNvSpPr txBox="1">
            <a:spLocks noGrp="1"/>
          </p:cNvSpPr>
          <p:nvPr>
            <p:ph type="body" idx="1"/>
          </p:nvPr>
        </p:nvSpPr>
        <p:spPr>
          <a:xfrm>
            <a:off x="311700" y="1163650"/>
            <a:ext cx="8520600" cy="3738900"/>
          </a:xfrm>
          <a:prstGeom prst="rect">
            <a:avLst/>
          </a:prstGeom>
        </p:spPr>
        <p:txBody>
          <a:bodyPr spcFirstLastPara="1" wrap="square" lIns="91425" tIns="91425" rIns="91425" bIns="91425" anchor="t" anchorCtr="0">
            <a:normAutofit fontScale="92500" lnSpcReduction="10000"/>
          </a:bodyPr>
          <a:lstStyle/>
          <a:p>
            <a:pPr marL="0" lvl="0" indent="0" algn="l" rtl="0">
              <a:spcBef>
                <a:spcPts val="0"/>
              </a:spcBef>
              <a:spcAft>
                <a:spcPts val="1200"/>
              </a:spcAft>
              <a:buNone/>
            </a:pPr>
            <a:r>
              <a:rPr lang="en" dirty="0"/>
              <a:t>At the beg</a:t>
            </a:r>
            <a:r>
              <a:rPr lang="en-US" dirty="0"/>
              <a:t>in</a:t>
            </a:r>
            <a:r>
              <a:rPr lang="en" dirty="0"/>
              <a:t>ning, the Lunar Lander struggled with even controlling lateral movement; during the first trial, it would move all the way to the left of the screen and fail the test. </a:t>
            </a:r>
          </a:p>
          <a:p>
            <a:pPr marL="0" lvl="0" indent="0" algn="l" rtl="0">
              <a:spcBef>
                <a:spcPts val="0"/>
              </a:spcBef>
              <a:spcAft>
                <a:spcPts val="1200"/>
              </a:spcAft>
              <a:buNone/>
            </a:pPr>
            <a:r>
              <a:rPr lang="en" dirty="0"/>
              <a:t>The Lunar Lander had trouble figuring out when to turn off its thrusters; sometimes even after landing between the two yellow flags it would still continue burning its thrusters at a lower power, extending the duration of the video. </a:t>
            </a:r>
          </a:p>
          <a:p>
            <a:pPr marL="0" lvl="0" indent="0" algn="l" rtl="0">
              <a:spcBef>
                <a:spcPts val="0"/>
              </a:spcBef>
              <a:spcAft>
                <a:spcPts val="1200"/>
              </a:spcAft>
              <a:buNone/>
            </a:pPr>
            <a:r>
              <a:rPr lang="en" dirty="0"/>
              <a:t>The Lander would also sometimes tip over from too much lateral thrust, though the model quickly learned not to do this. </a:t>
            </a:r>
          </a:p>
          <a:p>
            <a:pPr marL="0" lvl="0" indent="0" algn="l" rtl="0">
              <a:spcBef>
                <a:spcPts val="0"/>
              </a:spcBef>
              <a:spcAft>
                <a:spcPts val="1200"/>
              </a:spcAft>
              <a:buNone/>
            </a:pPr>
            <a:r>
              <a:rPr lang="en-US" dirty="0"/>
              <a:t>A good run had the Lander descend for a certain distance and then stop, then descend again, self-correcting for mistakes along the way. </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18"/>
          <p:cNvSpPr txBox="1">
            <a:spLocks noGrp="1"/>
          </p:cNvSpPr>
          <p:nvPr>
            <p:ph type="title"/>
          </p:nvPr>
        </p:nvSpPr>
        <p:spPr>
          <a:xfrm>
            <a:off x="311700" y="240950"/>
            <a:ext cx="8520600" cy="718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4b.</a:t>
            </a:r>
            <a:r>
              <a:rPr lang="en" sz="1900" b="0" dirty="0"/>
              <a:t> Review the videos of your agent playing the game. </a:t>
            </a:r>
            <a:r>
              <a:rPr lang="en" sz="1900" dirty="0"/>
              <a:t>Does the agent eventually learn to play the game well, or is it too reckless or too cautious?</a:t>
            </a:r>
            <a:endParaRPr sz="1900" b="0" dirty="0"/>
          </a:p>
        </p:txBody>
      </p:sp>
      <p:sp>
        <p:nvSpPr>
          <p:cNvPr id="98" name="Google Shape;98;p18"/>
          <p:cNvSpPr txBox="1">
            <a:spLocks noGrp="1"/>
          </p:cNvSpPr>
          <p:nvPr>
            <p:ph type="body" idx="1"/>
          </p:nvPr>
        </p:nvSpPr>
        <p:spPr>
          <a:xfrm>
            <a:off x="311700" y="1163650"/>
            <a:ext cx="8443194" cy="37389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dirty="0"/>
              <a:t>The model/agent ranged between recklessness and cautiousness when playing the game; however, it generally did worse when it was trying to land too fast as it would cause the lander to go way off target, or drop like a rock. Then again, if it was too conservative it would take way too long for the lander to land, even if it landed in the correct spot. By the end of the 600 epochs the model found a good balance between boldness and caution, maybe leaning towards caution. I would say that it eventually does learn how to play the game decently well. </a:t>
            </a:r>
            <a:endParaRPr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9"/>
          <p:cNvSpPr txBox="1">
            <a:spLocks noGrp="1"/>
          </p:cNvSpPr>
          <p:nvPr>
            <p:ph type="title"/>
          </p:nvPr>
        </p:nvSpPr>
        <p:spPr>
          <a:xfrm>
            <a:off x="311700" y="240950"/>
            <a:ext cx="8520600" cy="718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4c. </a:t>
            </a:r>
            <a:r>
              <a:rPr lang="en" sz="1900" b="0" dirty="0"/>
              <a:t>Review the videos of your agent playing the game. </a:t>
            </a:r>
            <a:r>
              <a:rPr lang="en" sz="1900" dirty="0"/>
              <a:t>Do the appearance and disappearance of behaviors in the videos match the eras you marked in the training graph?</a:t>
            </a:r>
            <a:endParaRPr sz="1900" dirty="0"/>
          </a:p>
        </p:txBody>
      </p:sp>
      <p:sp>
        <p:nvSpPr>
          <p:cNvPr id="104" name="Google Shape;104;p19"/>
          <p:cNvSpPr txBox="1">
            <a:spLocks noGrp="1"/>
          </p:cNvSpPr>
          <p:nvPr>
            <p:ph type="body" idx="1"/>
          </p:nvPr>
        </p:nvSpPr>
        <p:spPr>
          <a:xfrm>
            <a:off x="311700" y="1163650"/>
            <a:ext cx="5364389" cy="3738900"/>
          </a:xfrm>
          <a:prstGeom prst="rect">
            <a:avLst/>
          </a:prstGeom>
        </p:spPr>
        <p:txBody>
          <a:bodyPr spcFirstLastPara="1" wrap="square" lIns="91425" tIns="91425" rIns="91425" bIns="91425" anchor="t" anchorCtr="0">
            <a:normAutofit lnSpcReduction="10000"/>
          </a:bodyPr>
          <a:lstStyle/>
          <a:p>
            <a:pPr marL="0" lvl="0" indent="0" algn="l" rtl="0">
              <a:spcBef>
                <a:spcPts val="0"/>
              </a:spcBef>
              <a:spcAft>
                <a:spcPts val="1200"/>
              </a:spcAft>
              <a:buNone/>
            </a:pPr>
            <a:r>
              <a:rPr lang="en" dirty="0"/>
              <a:t>Yes they roughly do; the top GIF is an example of a near-perfect run, where the model was able to land the spacecraft within a short period of time and quite gently as well. This corresponds to</a:t>
            </a:r>
            <a:r>
              <a:rPr lang="en-US" dirty="0"/>
              <a:t> t</a:t>
            </a:r>
            <a:r>
              <a:rPr lang="en" dirty="0"/>
              <a:t>he periods in the training graph where there’s a plateau when it comes to a low episode duration and a high reward. The bottom GIF is an example of the opposite behavior that’s also present, with</a:t>
            </a:r>
            <a:r>
              <a:rPr lang="en-US" dirty="0"/>
              <a:t> t</a:t>
            </a:r>
            <a:r>
              <a:rPr lang="en" dirty="0"/>
              <a:t>he model struggling to get the lander between the two flags within a reasonable amount of time. </a:t>
            </a:r>
            <a:endParaRPr dirty="0"/>
          </a:p>
        </p:txBody>
      </p:sp>
      <p:pic>
        <p:nvPicPr>
          <p:cNvPr id="3" name="Picture 2" descr="A video game of a purple tent and yellow flags&#10;&#10;AI-generated content may be incorrect.">
            <a:extLst>
              <a:ext uri="{FF2B5EF4-FFF2-40B4-BE49-F238E27FC236}">
                <a16:creationId xmlns:a16="http://schemas.microsoft.com/office/drawing/2014/main" id="{BF46FF8F-3FA0-A5F8-2853-F0B1A7707D2F}"/>
              </a:ext>
            </a:extLst>
          </p:cNvPr>
          <p:cNvPicPr>
            <a:picLocks noChangeAspect="1"/>
          </p:cNvPicPr>
          <p:nvPr/>
        </p:nvPicPr>
        <p:blipFill>
          <a:blip r:embed="rId3"/>
          <a:stretch>
            <a:fillRect/>
          </a:stretch>
        </p:blipFill>
        <p:spPr>
          <a:xfrm>
            <a:off x="6026286" y="959451"/>
            <a:ext cx="2940183" cy="1960122"/>
          </a:xfrm>
          <a:prstGeom prst="rect">
            <a:avLst/>
          </a:prstGeom>
        </p:spPr>
      </p:pic>
      <p:pic>
        <p:nvPicPr>
          <p:cNvPr id="5" name="Picture 4" descr="A video game with a purple object and yellow flags">
            <a:extLst>
              <a:ext uri="{FF2B5EF4-FFF2-40B4-BE49-F238E27FC236}">
                <a16:creationId xmlns:a16="http://schemas.microsoft.com/office/drawing/2014/main" id="{C4158A75-8B3D-B66A-F6CF-7E91F10ACB21}"/>
              </a:ext>
            </a:extLst>
          </p:cNvPr>
          <p:cNvPicPr>
            <a:picLocks noChangeAspect="1"/>
          </p:cNvPicPr>
          <p:nvPr/>
        </p:nvPicPr>
        <p:blipFill>
          <a:blip r:embed="rId4"/>
          <a:stretch>
            <a:fillRect/>
          </a:stretch>
        </p:blipFill>
        <p:spPr>
          <a:xfrm>
            <a:off x="6026285" y="2942428"/>
            <a:ext cx="2940184" cy="196012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20"/>
          <p:cNvSpPr txBox="1">
            <a:spLocks noGrp="1"/>
          </p:cNvSpPr>
          <p:nvPr>
            <p:ph type="title"/>
          </p:nvPr>
        </p:nvSpPr>
        <p:spPr>
          <a:xfrm>
            <a:off x="311700" y="241075"/>
            <a:ext cx="8520600" cy="100728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5. Submit the evaluation duration and reward histograms of your final model, with their means marked. Does the model's policy appear to be consistent, or does it still struggle with the random starting conditions?</a:t>
            </a:r>
            <a:endParaRPr sz="1900" dirty="0"/>
          </a:p>
        </p:txBody>
      </p:sp>
      <p:sp>
        <p:nvSpPr>
          <p:cNvPr id="110" name="Google Shape;110;p20"/>
          <p:cNvSpPr txBox="1">
            <a:spLocks noGrp="1"/>
          </p:cNvSpPr>
          <p:nvPr>
            <p:ph type="body" idx="1"/>
          </p:nvPr>
        </p:nvSpPr>
        <p:spPr>
          <a:xfrm>
            <a:off x="311700" y="1377125"/>
            <a:ext cx="2242800" cy="3525300"/>
          </a:xfrm>
          <a:prstGeom prst="rect">
            <a:avLst/>
          </a:prstGeom>
        </p:spPr>
        <p:txBody>
          <a:bodyPr spcFirstLastPara="1" wrap="square" lIns="91425" tIns="91425" rIns="91425" bIns="91425" anchor="t" anchorCtr="0">
            <a:normAutofit fontScale="62500" lnSpcReduction="20000"/>
          </a:bodyPr>
          <a:lstStyle/>
          <a:p>
            <a:pPr marL="0" lvl="0" indent="0" algn="l" rtl="0">
              <a:spcBef>
                <a:spcPts val="0"/>
              </a:spcBef>
              <a:spcAft>
                <a:spcPts val="1200"/>
              </a:spcAft>
              <a:buNone/>
            </a:pPr>
            <a:r>
              <a:rPr lang="en" dirty="0"/>
              <a:t>T</a:t>
            </a:r>
            <a:r>
              <a:rPr lang="en-US" dirty="0"/>
              <a:t>he</a:t>
            </a:r>
            <a:r>
              <a:rPr lang="en" dirty="0"/>
              <a:t> model’s policy appears to be very consistent, as there’s a clear grouping between 200 and 300 for duration. Additionally, the reward seems to be clustered around the 200-300 scale, with a decently normal distribution as well, which is the targeted accuracy that we need. The outliers in the 700 range and the values below 200 indicate that there’s still a little bit of randomness at play; sometimes the model will work really well and sometimes the model will work far less well depending on the starting conditions and if the model gets stuck in a certain part of </a:t>
            </a:r>
            <a:r>
              <a:rPr lang="en"/>
              <a:t>the gradient. </a:t>
            </a:r>
            <a:endParaRPr lang="en" dirty="0"/>
          </a:p>
        </p:txBody>
      </p:sp>
      <p:sp>
        <p:nvSpPr>
          <p:cNvPr id="111" name="Google Shape;111;p20"/>
          <p:cNvSpPr/>
          <p:nvPr/>
        </p:nvSpPr>
        <p:spPr>
          <a:xfrm>
            <a:off x="2635937" y="1334080"/>
            <a:ext cx="6196363" cy="3725100"/>
          </a:xfrm>
          <a:prstGeom prst="rect">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pic>
        <p:nvPicPr>
          <p:cNvPr id="7" name="Picture 6" descr="A graph with a bar&#10;&#10;AI-generated content may be incorrect.">
            <a:extLst>
              <a:ext uri="{FF2B5EF4-FFF2-40B4-BE49-F238E27FC236}">
                <a16:creationId xmlns:a16="http://schemas.microsoft.com/office/drawing/2014/main" id="{E3694A87-1932-4235-3943-0C1FE7457677}"/>
              </a:ext>
            </a:extLst>
          </p:cNvPr>
          <p:cNvPicPr>
            <a:picLocks noChangeAspect="1"/>
          </p:cNvPicPr>
          <p:nvPr/>
        </p:nvPicPr>
        <p:blipFill>
          <a:blip r:embed="rId3"/>
          <a:stretch>
            <a:fillRect/>
          </a:stretch>
        </p:blipFill>
        <p:spPr>
          <a:xfrm>
            <a:off x="2695162" y="1377125"/>
            <a:ext cx="6077909" cy="1881058"/>
          </a:xfrm>
          <a:prstGeom prst="rect">
            <a:avLst/>
          </a:prstGeom>
        </p:spPr>
      </p:pic>
      <p:pic>
        <p:nvPicPr>
          <p:cNvPr id="9" name="Picture 8" descr="A graph with a blue and purple graph&#10;&#10;AI-generated content may be incorrect.">
            <a:extLst>
              <a:ext uri="{FF2B5EF4-FFF2-40B4-BE49-F238E27FC236}">
                <a16:creationId xmlns:a16="http://schemas.microsoft.com/office/drawing/2014/main" id="{B73ACDA0-CE09-D053-83D1-E158771F2F28}"/>
              </a:ext>
            </a:extLst>
          </p:cNvPr>
          <p:cNvPicPr>
            <a:picLocks noChangeAspect="1"/>
          </p:cNvPicPr>
          <p:nvPr/>
        </p:nvPicPr>
        <p:blipFill>
          <a:blip r:embed="rId4"/>
          <a:stretch>
            <a:fillRect/>
          </a:stretch>
        </p:blipFill>
        <p:spPr>
          <a:xfrm>
            <a:off x="2893457" y="3279523"/>
            <a:ext cx="5681317" cy="1758317"/>
          </a:xfrm>
          <a:prstGeom prst="rect">
            <a:avLst/>
          </a:prstGeom>
        </p:spPr>
      </p:pic>
    </p:spTree>
  </p:cSld>
  <p:clrMapOvr>
    <a:masterClrMapping/>
  </p:clrMapOvr>
</p:sld>
</file>

<file path=ppt/theme/theme1.xml><?xml version="1.0" encoding="utf-8"?>
<a:theme xmlns:a="http://schemas.openxmlformats.org/drawingml/2006/main" name="Tropic">
  <a:themeElements>
    <a:clrScheme name="Tropic">
      <a:dk1>
        <a:srgbClr val="A1E8D9"/>
      </a:dk1>
      <a:lt1>
        <a:srgbClr val="FFFFFF"/>
      </a:lt1>
      <a:dk2>
        <a:srgbClr val="695D46"/>
      </a:dk2>
      <a:lt2>
        <a:srgbClr val="B3A77D"/>
      </a:lt2>
      <a:accent1>
        <a:srgbClr val="EF6C00"/>
      </a:accent1>
      <a:accent2>
        <a:srgbClr val="CE93D8"/>
      </a:accent2>
      <a:accent3>
        <a:srgbClr val="4DB6AC"/>
      </a:accent3>
      <a:accent4>
        <a:srgbClr val="FF9800"/>
      </a:accent4>
      <a:accent5>
        <a:srgbClr val="009668"/>
      </a:accent5>
      <a:accent6>
        <a:srgbClr val="EEFF41"/>
      </a:accent6>
      <a:hlink>
        <a:srgbClr val="009668"/>
      </a:hlink>
      <a:folHlink>
        <a:srgbClr val="0096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105</TotalTime>
  <Words>1094</Words>
  <Application>Microsoft Macintosh PowerPoint</Application>
  <PresentationFormat>On-screen Show (16:9)</PresentationFormat>
  <Paragraphs>35</Paragraphs>
  <Slides>8</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PT Sans Narrow</vt:lpstr>
      <vt:lpstr>Courier New</vt:lpstr>
      <vt:lpstr>Open Sans</vt:lpstr>
      <vt:lpstr>Tropic</vt:lpstr>
      <vt:lpstr>My ECE 157B/272B  Homework 4</vt:lpstr>
      <vt:lpstr>1. The provided code uses a "Replay Memory" to store the agent's experiences and learn from that. What is the purpose of the Replay Memory? Why is it important to use a Replay Memory instead of just learning from the agent's most recent experiences?</vt:lpstr>
      <vt:lpstr>2. Submit the hyperparameters used in your final model. Also make a note if you had other training attempts that didn't work out, though you are not required to submit their hyperparameters.</vt:lpstr>
      <vt:lpstr>3. Submit the training graphs for your final model. These should show the reward and durations achieved in each episode. If you had other training attempts that didn't work out, you may include their graphs as well, though you are not required to do so. Looking at your final model's training graph, Mark the eras where the model appears to have differing behaviors. (E.g. if its average is slowly increasing, then plateaus, or if it's smooth then starts bouncing up and down, sometimes failing.) About how many eras do you see? How long did it take the model to first really learn to play the game?</vt:lpstr>
      <vt:lpstr>4a. Review the videos of your agent playing the game. List behaviors that you see, and when they appear. (Strategies, mistakes...)</vt:lpstr>
      <vt:lpstr>4b. Review the videos of your agent playing the game. Does the agent eventually learn to play the game well, or is it too reckless or too cautious?</vt:lpstr>
      <vt:lpstr>4c. Review the videos of your agent playing the game. Do the appearance and disappearance of behaviors in the videos match the eras you marked in the training graph?</vt:lpstr>
      <vt:lpstr>5. Submit the evaluation duration and reward histograms of your final model, with their means marked. Does the model's policy appear to be consistent, or does it still struggle with the random starting conditions?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Edward Ding</dc:creator>
  <cp:lastModifiedBy>Edward Ding</cp:lastModifiedBy>
  <cp:revision>13</cp:revision>
  <dcterms:modified xsi:type="dcterms:W3CDTF">2025-03-13T23:22:50Z</dcterms:modified>
</cp:coreProperties>
</file>